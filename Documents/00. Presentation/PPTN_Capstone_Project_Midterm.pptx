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82" r:id="rId2"/>
    <p:sldId id="257" r:id="rId3"/>
    <p:sldId id="258" r:id="rId4"/>
    <p:sldId id="262" r:id="rId5"/>
    <p:sldId id="280" r:id="rId6"/>
    <p:sldId id="271" r:id="rId7"/>
    <p:sldId id="272" r:id="rId8"/>
    <p:sldId id="273" r:id="rId9"/>
    <p:sldId id="266" r:id="rId10"/>
    <p:sldId id="274" r:id="rId11"/>
    <p:sldId id="275" r:id="rId12"/>
    <p:sldId id="267" r:id="rId13"/>
    <p:sldId id="277" r:id="rId14"/>
    <p:sldId id="268" r:id="rId15"/>
    <p:sldId id="279" r:id="rId16"/>
    <p:sldId id="278" r:id="rId17"/>
    <p:sldId id="269" r:id="rId18"/>
    <p:sldId id="270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72034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E0251AF-E357-47C7-91D9-110C03D47DC2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CA95AEB7-EDF9-45BD-9FCB-A2E9241E3B73}">
      <dgm:prSet/>
      <dgm:spPr/>
      <dgm:t>
        <a:bodyPr/>
        <a:lstStyle/>
        <a:p>
          <a:r>
            <a:rPr lang="en-US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Functional</a:t>
          </a:r>
          <a:endParaRPr lang="en-US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54BF96CD-0F16-4D13-8100-785F4E52C8E5}" type="parTrans" cxnId="{A9F4FEEC-A4FA-4700-8A01-F9B30C0AA4C0}">
      <dgm:prSet/>
      <dgm:spPr/>
      <dgm:t>
        <a:bodyPr/>
        <a:lstStyle/>
        <a:p>
          <a:endParaRPr lang="en-US"/>
        </a:p>
      </dgm:t>
    </dgm:pt>
    <dgm:pt modelId="{C2543F47-386B-4BD3-8947-15AEB1F5E111}" type="sibTrans" cxnId="{A9F4FEEC-A4FA-4700-8A01-F9B30C0AA4C0}">
      <dgm:prSet/>
      <dgm:spPr/>
      <dgm:t>
        <a:bodyPr/>
        <a:lstStyle/>
        <a:p>
          <a:endParaRPr lang="en-US"/>
        </a:p>
      </dgm:t>
    </dgm:pt>
    <dgm:pt modelId="{7E1773DE-68E7-48EE-B3A9-0E086BCA2139}">
      <dgm:prSet/>
      <dgm:spPr/>
      <dgm:t>
        <a:bodyPr/>
        <a:lstStyle/>
        <a:p>
          <a:r>
            <a: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Scenario selection</a:t>
          </a:r>
        </a:p>
      </dgm:t>
    </dgm:pt>
    <dgm:pt modelId="{4A5A838D-BEEE-4484-B96E-E991158F4053}" type="parTrans" cxnId="{54E907CC-697D-4240-AC98-3D14E47D5460}">
      <dgm:prSet/>
      <dgm:spPr/>
      <dgm:t>
        <a:bodyPr/>
        <a:lstStyle/>
        <a:p>
          <a:endParaRPr lang="en-US"/>
        </a:p>
      </dgm:t>
    </dgm:pt>
    <dgm:pt modelId="{BE56793F-6E9A-4B01-BA1C-714FD83AC813}" type="sibTrans" cxnId="{54E907CC-697D-4240-AC98-3D14E47D5460}">
      <dgm:prSet/>
      <dgm:spPr/>
      <dgm:t>
        <a:bodyPr/>
        <a:lstStyle/>
        <a:p>
          <a:endParaRPr lang="en-US"/>
        </a:p>
      </dgm:t>
    </dgm:pt>
    <dgm:pt modelId="{B43BA4D0-7778-4E35-AAA0-860A35E05BD0}">
      <dgm:prSet/>
      <dgm:spPr/>
      <dgm:t>
        <a:bodyPr/>
        <a:lstStyle/>
        <a:p>
          <a:r>
            <a: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Call Phase with bounded questions</a:t>
          </a:r>
        </a:p>
      </dgm:t>
    </dgm:pt>
    <dgm:pt modelId="{38F8ECB8-01D5-43E3-9892-0D4BE9212E51}" type="parTrans" cxnId="{A85EE948-2847-4BFB-B877-A76C6A46A8A6}">
      <dgm:prSet/>
      <dgm:spPr/>
      <dgm:t>
        <a:bodyPr/>
        <a:lstStyle/>
        <a:p>
          <a:endParaRPr lang="en-US"/>
        </a:p>
      </dgm:t>
    </dgm:pt>
    <dgm:pt modelId="{4B7385A3-4A90-4C5D-A774-2D0DA057C783}" type="sibTrans" cxnId="{A85EE948-2847-4BFB-B877-A76C6A46A8A6}">
      <dgm:prSet/>
      <dgm:spPr/>
      <dgm:t>
        <a:bodyPr/>
        <a:lstStyle/>
        <a:p>
          <a:endParaRPr lang="en-US"/>
        </a:p>
      </dgm:t>
    </dgm:pt>
    <dgm:pt modelId="{47228128-855C-44E4-83A6-C248E48C07AA}">
      <dgm:prSet/>
      <dgm:spPr/>
      <dgm:t>
        <a:bodyPr/>
        <a:lstStyle/>
        <a:p>
          <a:r>
            <a: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Incident State mapping</a:t>
          </a:r>
        </a:p>
      </dgm:t>
    </dgm:pt>
    <dgm:pt modelId="{DB46BF80-A422-48A8-A078-92439A8DA5D4}" type="parTrans" cxnId="{4AE12F08-742B-4A44-B239-045357528251}">
      <dgm:prSet/>
      <dgm:spPr/>
      <dgm:t>
        <a:bodyPr/>
        <a:lstStyle/>
        <a:p>
          <a:endParaRPr lang="en-US"/>
        </a:p>
      </dgm:t>
    </dgm:pt>
    <dgm:pt modelId="{728FA0D8-5575-4F80-BE99-481C2A883E5A}" type="sibTrans" cxnId="{4AE12F08-742B-4A44-B239-045357528251}">
      <dgm:prSet/>
      <dgm:spPr/>
      <dgm:t>
        <a:bodyPr/>
        <a:lstStyle/>
        <a:p>
          <a:endParaRPr lang="en-US"/>
        </a:p>
      </dgm:t>
    </dgm:pt>
    <dgm:pt modelId="{634DCF8B-7215-4A20-ACBF-296623C80F8A}">
      <dgm:prSet/>
      <dgm:spPr/>
      <dgm:t>
        <a:bodyPr/>
        <a:lstStyle/>
        <a:p>
          <a:r>
            <a:rPr lang="en-US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On-site interaction and mission execution</a:t>
          </a:r>
        </a:p>
      </dgm:t>
    </dgm:pt>
    <dgm:pt modelId="{2D4EE943-AA8A-49F6-A33E-A2297EB17970}" type="parTrans" cxnId="{A85A5212-9AA5-41C3-8333-195139E8FB9A}">
      <dgm:prSet/>
      <dgm:spPr/>
      <dgm:t>
        <a:bodyPr/>
        <a:lstStyle/>
        <a:p>
          <a:endParaRPr lang="en-US"/>
        </a:p>
      </dgm:t>
    </dgm:pt>
    <dgm:pt modelId="{C12D6A6D-0E84-4FA0-8956-ABE87AF7D6BC}" type="sibTrans" cxnId="{A85A5212-9AA5-41C3-8333-195139E8FB9A}">
      <dgm:prSet/>
      <dgm:spPr/>
      <dgm:t>
        <a:bodyPr/>
        <a:lstStyle/>
        <a:p>
          <a:endParaRPr lang="en-US"/>
        </a:p>
      </dgm:t>
    </dgm:pt>
    <dgm:pt modelId="{4BD2DBCE-5BEA-4B67-B5A3-3E3D75C41C9C}">
      <dgm:prSet/>
      <dgm:spPr/>
      <dgm:t>
        <a:bodyPr/>
        <a:lstStyle/>
        <a:p>
          <a:r>
            <a:rPr lang="en-US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Bot commands</a:t>
          </a:r>
        </a:p>
      </dgm:t>
    </dgm:pt>
    <dgm:pt modelId="{10C32638-4EA2-4112-A019-F057006CC1FC}" type="parTrans" cxnId="{B59BBD80-E864-4475-B654-A235FD8B6D2F}">
      <dgm:prSet/>
      <dgm:spPr/>
      <dgm:t>
        <a:bodyPr/>
        <a:lstStyle/>
        <a:p>
          <a:endParaRPr lang="en-US"/>
        </a:p>
      </dgm:t>
    </dgm:pt>
    <dgm:pt modelId="{0C2D3966-BFDD-4C96-BE4D-92B1060543E8}" type="sibTrans" cxnId="{B59BBD80-E864-4475-B654-A235FD8B6D2F}">
      <dgm:prSet/>
      <dgm:spPr/>
      <dgm:t>
        <a:bodyPr/>
        <a:lstStyle/>
        <a:p>
          <a:endParaRPr lang="en-US"/>
        </a:p>
      </dgm:t>
    </dgm:pt>
    <dgm:pt modelId="{FFDB0CC6-A5FB-4358-9684-8E3A7907D754}">
      <dgm:prSet/>
      <dgm:spPr/>
      <dgm:t>
        <a:bodyPr/>
        <a:lstStyle/>
        <a:p>
          <a:r>
            <a:rPr lang="en-US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Debrief and local telemetry</a:t>
          </a:r>
        </a:p>
      </dgm:t>
    </dgm:pt>
    <dgm:pt modelId="{7CA49E8D-7CE1-49CC-B92E-936527BA6FA4}" type="parTrans" cxnId="{C83A505A-AEB4-4A82-A1B7-7845F0B70FA6}">
      <dgm:prSet/>
      <dgm:spPr/>
      <dgm:t>
        <a:bodyPr/>
        <a:lstStyle/>
        <a:p>
          <a:endParaRPr lang="en-US"/>
        </a:p>
      </dgm:t>
    </dgm:pt>
    <dgm:pt modelId="{C96D900B-9A0A-4395-B4B4-85E6399FE267}" type="sibTrans" cxnId="{C83A505A-AEB4-4A82-A1B7-7845F0B70FA6}">
      <dgm:prSet/>
      <dgm:spPr/>
      <dgm:t>
        <a:bodyPr/>
        <a:lstStyle/>
        <a:p>
          <a:endParaRPr lang="en-US"/>
        </a:p>
      </dgm:t>
    </dgm:pt>
    <dgm:pt modelId="{3719E600-8663-4171-B493-4549169B356C}">
      <dgm:prSet/>
      <dgm:spPr/>
      <dgm:t>
        <a:bodyPr/>
        <a:lstStyle/>
        <a:p>
          <a:r>
            <a:rPr lang="en-US" b="1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Non-Functional</a:t>
          </a:r>
          <a:endParaRPr lang="en-US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46F0EA3E-AAA9-40C0-8247-B581380E345B}" type="parTrans" cxnId="{05D6F3DD-6AF7-46EE-8570-9E9F978E481A}">
      <dgm:prSet/>
      <dgm:spPr/>
      <dgm:t>
        <a:bodyPr/>
        <a:lstStyle/>
        <a:p>
          <a:endParaRPr lang="en-US"/>
        </a:p>
      </dgm:t>
    </dgm:pt>
    <dgm:pt modelId="{1EC8FE46-AB61-424A-92BA-F7E3EE5330F2}" type="sibTrans" cxnId="{05D6F3DD-6AF7-46EE-8570-9E9F978E481A}">
      <dgm:prSet/>
      <dgm:spPr/>
      <dgm:t>
        <a:bodyPr/>
        <a:lstStyle/>
        <a:p>
          <a:endParaRPr lang="en-US"/>
        </a:p>
      </dgm:t>
    </dgm:pt>
    <dgm:pt modelId="{A92C78D3-0E1A-4910-BEDB-20731D2ABC8F}">
      <dgm:prSet/>
      <dgm:spPr/>
      <dgm:t>
        <a:bodyPr/>
        <a:lstStyle/>
        <a:p>
          <a:r>
            <a: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Average 60 FPS, minimum 30 FPS</a:t>
          </a:r>
        </a:p>
      </dgm:t>
    </dgm:pt>
    <dgm:pt modelId="{329130C9-0975-40B0-B27C-4F250ABA70B5}" type="parTrans" cxnId="{8A52853A-6039-4D1A-8562-7317A717DB70}">
      <dgm:prSet/>
      <dgm:spPr/>
      <dgm:t>
        <a:bodyPr/>
        <a:lstStyle/>
        <a:p>
          <a:endParaRPr lang="en-US"/>
        </a:p>
      </dgm:t>
    </dgm:pt>
    <dgm:pt modelId="{84727D5E-DB4B-475E-BAA2-1E02F6D0C39D}" type="sibTrans" cxnId="{8A52853A-6039-4D1A-8562-7317A717DB70}">
      <dgm:prSet/>
      <dgm:spPr/>
      <dgm:t>
        <a:bodyPr/>
        <a:lstStyle/>
        <a:p>
          <a:endParaRPr lang="en-US"/>
        </a:p>
      </dgm:t>
    </dgm:pt>
    <dgm:pt modelId="{B61ECE7B-151D-4CB5-B0FD-D29FB8F1C41E}">
      <dgm:prSet/>
      <dgm:spPr/>
      <dgm:t>
        <a:bodyPr/>
        <a:lstStyle/>
        <a:p>
          <a:r>
            <a:rPr lang="en-US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Stability across repeated core-loop runs</a:t>
          </a:r>
        </a:p>
      </dgm:t>
    </dgm:pt>
    <dgm:pt modelId="{0FE34DDA-04A3-4CE8-93F4-7FAAB93E0BAA}" type="parTrans" cxnId="{B8DB8FF2-7D49-40D5-ADA3-64D628517B62}">
      <dgm:prSet/>
      <dgm:spPr/>
      <dgm:t>
        <a:bodyPr/>
        <a:lstStyle/>
        <a:p>
          <a:endParaRPr lang="en-US"/>
        </a:p>
      </dgm:t>
    </dgm:pt>
    <dgm:pt modelId="{49365FA1-CDA1-4585-8EAB-FE66631CA97E}" type="sibTrans" cxnId="{B8DB8FF2-7D49-40D5-ADA3-64D628517B62}">
      <dgm:prSet/>
      <dgm:spPr/>
      <dgm:t>
        <a:bodyPr/>
        <a:lstStyle/>
        <a:p>
          <a:endParaRPr lang="en-US"/>
        </a:p>
      </dgm:t>
    </dgm:pt>
    <dgm:pt modelId="{AA605C1A-031B-4BC4-8472-99DD14B82008}">
      <dgm:prSet/>
      <dgm:spPr/>
      <dgm:t>
        <a:bodyPr/>
        <a:lstStyle/>
        <a:p>
          <a:r>
            <a:rPr lang="en-US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Maintainability through data-driven configuration</a:t>
          </a:r>
        </a:p>
      </dgm:t>
    </dgm:pt>
    <dgm:pt modelId="{C8695EE1-CDD6-4414-AFD8-89853D74BAA4}" type="parTrans" cxnId="{898A1915-4DB9-4DF7-9D71-F0FE33EB20EE}">
      <dgm:prSet/>
      <dgm:spPr/>
      <dgm:t>
        <a:bodyPr/>
        <a:lstStyle/>
        <a:p>
          <a:endParaRPr lang="en-US"/>
        </a:p>
      </dgm:t>
    </dgm:pt>
    <dgm:pt modelId="{DEE7FEE5-A7E0-4873-AA62-3FEF09D85376}" type="sibTrans" cxnId="{898A1915-4DB9-4DF7-9D71-F0FE33EB20EE}">
      <dgm:prSet/>
      <dgm:spPr/>
      <dgm:t>
        <a:bodyPr/>
        <a:lstStyle/>
        <a:p>
          <a:endParaRPr lang="en-US"/>
        </a:p>
      </dgm:t>
    </dgm:pt>
    <dgm:pt modelId="{BDF569C6-01F4-454F-8017-0F22BB172AB3}">
      <dgm:prSet/>
      <dgm:spPr/>
      <dgm:t>
        <a:bodyPr/>
        <a:lstStyle/>
        <a:p>
          <a:r>
            <a:rPr lang="en-US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Learnability for new players</a:t>
          </a:r>
        </a:p>
      </dgm:t>
    </dgm:pt>
    <dgm:pt modelId="{06C45E95-7AC8-40E8-BED9-B080817A3A17}" type="parTrans" cxnId="{D26686C2-CFB3-46CC-8604-F4A69644C667}">
      <dgm:prSet/>
      <dgm:spPr/>
      <dgm:t>
        <a:bodyPr/>
        <a:lstStyle/>
        <a:p>
          <a:endParaRPr lang="en-US"/>
        </a:p>
      </dgm:t>
    </dgm:pt>
    <dgm:pt modelId="{530E5B5B-330E-47CF-B4FE-E2A0B9BAF908}" type="sibTrans" cxnId="{D26686C2-CFB3-46CC-8604-F4A69644C667}">
      <dgm:prSet/>
      <dgm:spPr/>
      <dgm:t>
        <a:bodyPr/>
        <a:lstStyle/>
        <a:p>
          <a:endParaRPr lang="en-US"/>
        </a:p>
      </dgm:t>
    </dgm:pt>
    <dgm:pt modelId="{A2F851E9-EC2C-400A-A1D2-8152E13A6AFC}" type="pres">
      <dgm:prSet presAssocID="{1E0251AF-E357-47C7-91D9-110C03D47DC2}" presName="vert0" presStyleCnt="0">
        <dgm:presLayoutVars>
          <dgm:dir/>
          <dgm:animOne val="branch"/>
          <dgm:animLvl val="lvl"/>
        </dgm:presLayoutVars>
      </dgm:prSet>
      <dgm:spPr/>
    </dgm:pt>
    <dgm:pt modelId="{6FB4D358-C4A7-4949-84E9-C2BA826E999D}" type="pres">
      <dgm:prSet presAssocID="{CA95AEB7-EDF9-45BD-9FCB-A2E9241E3B73}" presName="thickLine" presStyleLbl="alignNode1" presStyleIdx="0" presStyleCnt="2"/>
      <dgm:spPr/>
    </dgm:pt>
    <dgm:pt modelId="{0AB99C4C-B2D5-4D11-9025-EE1FBC120CBB}" type="pres">
      <dgm:prSet presAssocID="{CA95AEB7-EDF9-45BD-9FCB-A2E9241E3B73}" presName="horz1" presStyleCnt="0"/>
      <dgm:spPr/>
    </dgm:pt>
    <dgm:pt modelId="{C8CAC49B-755B-4959-BE63-AA62757573E3}" type="pres">
      <dgm:prSet presAssocID="{CA95AEB7-EDF9-45BD-9FCB-A2E9241E3B73}" presName="tx1" presStyleLbl="revTx" presStyleIdx="0" presStyleCnt="12"/>
      <dgm:spPr/>
    </dgm:pt>
    <dgm:pt modelId="{1879BB4C-330F-478D-B5F4-256CABEA45B4}" type="pres">
      <dgm:prSet presAssocID="{CA95AEB7-EDF9-45BD-9FCB-A2E9241E3B73}" presName="vert1" presStyleCnt="0"/>
      <dgm:spPr/>
    </dgm:pt>
    <dgm:pt modelId="{B9C67B5D-DEB1-4EEE-8C88-14A22F99F9C4}" type="pres">
      <dgm:prSet presAssocID="{7E1773DE-68E7-48EE-B3A9-0E086BCA2139}" presName="vertSpace2a" presStyleCnt="0"/>
      <dgm:spPr/>
    </dgm:pt>
    <dgm:pt modelId="{97A23794-584B-496F-9AD6-7473C4047F7F}" type="pres">
      <dgm:prSet presAssocID="{7E1773DE-68E7-48EE-B3A9-0E086BCA2139}" presName="horz2" presStyleCnt="0"/>
      <dgm:spPr/>
    </dgm:pt>
    <dgm:pt modelId="{03CFCD2A-AB4D-45D9-8D50-394A78F0821D}" type="pres">
      <dgm:prSet presAssocID="{7E1773DE-68E7-48EE-B3A9-0E086BCA2139}" presName="horzSpace2" presStyleCnt="0"/>
      <dgm:spPr/>
    </dgm:pt>
    <dgm:pt modelId="{6C9357CF-4834-4907-8B3A-807F9AB25DF0}" type="pres">
      <dgm:prSet presAssocID="{7E1773DE-68E7-48EE-B3A9-0E086BCA2139}" presName="tx2" presStyleLbl="revTx" presStyleIdx="1" presStyleCnt="12"/>
      <dgm:spPr/>
    </dgm:pt>
    <dgm:pt modelId="{6DE3BCC5-C064-4B35-BE73-AFC1BB931DDA}" type="pres">
      <dgm:prSet presAssocID="{7E1773DE-68E7-48EE-B3A9-0E086BCA2139}" presName="vert2" presStyleCnt="0"/>
      <dgm:spPr/>
    </dgm:pt>
    <dgm:pt modelId="{1C33454F-9B4A-4201-8BC7-25825AC9CDF4}" type="pres">
      <dgm:prSet presAssocID="{7E1773DE-68E7-48EE-B3A9-0E086BCA2139}" presName="thinLine2b" presStyleLbl="callout" presStyleIdx="0" presStyleCnt="10"/>
      <dgm:spPr/>
    </dgm:pt>
    <dgm:pt modelId="{8A87B6AE-2B3F-4251-9539-1832881C849C}" type="pres">
      <dgm:prSet presAssocID="{7E1773DE-68E7-48EE-B3A9-0E086BCA2139}" presName="vertSpace2b" presStyleCnt="0"/>
      <dgm:spPr/>
    </dgm:pt>
    <dgm:pt modelId="{91E75A39-F6B1-40EC-83EF-3C2E8026AA13}" type="pres">
      <dgm:prSet presAssocID="{B43BA4D0-7778-4E35-AAA0-860A35E05BD0}" presName="horz2" presStyleCnt="0"/>
      <dgm:spPr/>
    </dgm:pt>
    <dgm:pt modelId="{D6C1D2C7-D684-497A-A4E5-40BA4972D76F}" type="pres">
      <dgm:prSet presAssocID="{B43BA4D0-7778-4E35-AAA0-860A35E05BD0}" presName="horzSpace2" presStyleCnt="0"/>
      <dgm:spPr/>
    </dgm:pt>
    <dgm:pt modelId="{E009A903-E4A0-4598-9825-E19E2C82D2AC}" type="pres">
      <dgm:prSet presAssocID="{B43BA4D0-7778-4E35-AAA0-860A35E05BD0}" presName="tx2" presStyleLbl="revTx" presStyleIdx="2" presStyleCnt="12"/>
      <dgm:spPr/>
    </dgm:pt>
    <dgm:pt modelId="{424C9298-0608-43A5-AA39-D9E95293D4C3}" type="pres">
      <dgm:prSet presAssocID="{B43BA4D0-7778-4E35-AAA0-860A35E05BD0}" presName="vert2" presStyleCnt="0"/>
      <dgm:spPr/>
    </dgm:pt>
    <dgm:pt modelId="{21C93010-DAE7-4B1E-A0AB-A6E3D4F8C2BB}" type="pres">
      <dgm:prSet presAssocID="{B43BA4D0-7778-4E35-AAA0-860A35E05BD0}" presName="thinLine2b" presStyleLbl="callout" presStyleIdx="1" presStyleCnt="10"/>
      <dgm:spPr/>
    </dgm:pt>
    <dgm:pt modelId="{F24F7FBA-6CBC-48D9-8EFE-ADE6CAF778D4}" type="pres">
      <dgm:prSet presAssocID="{B43BA4D0-7778-4E35-AAA0-860A35E05BD0}" presName="vertSpace2b" presStyleCnt="0"/>
      <dgm:spPr/>
    </dgm:pt>
    <dgm:pt modelId="{1685E566-0C18-4DE6-B41B-F300D0687E44}" type="pres">
      <dgm:prSet presAssocID="{47228128-855C-44E4-83A6-C248E48C07AA}" presName="horz2" presStyleCnt="0"/>
      <dgm:spPr/>
    </dgm:pt>
    <dgm:pt modelId="{DFA8189B-B318-47C1-BF1A-7950A572887D}" type="pres">
      <dgm:prSet presAssocID="{47228128-855C-44E4-83A6-C248E48C07AA}" presName="horzSpace2" presStyleCnt="0"/>
      <dgm:spPr/>
    </dgm:pt>
    <dgm:pt modelId="{39BC8FDB-2824-4728-867B-A7472BFA2496}" type="pres">
      <dgm:prSet presAssocID="{47228128-855C-44E4-83A6-C248E48C07AA}" presName="tx2" presStyleLbl="revTx" presStyleIdx="3" presStyleCnt="12"/>
      <dgm:spPr/>
    </dgm:pt>
    <dgm:pt modelId="{2499A28C-B9D4-4915-A710-0EF19333D8DC}" type="pres">
      <dgm:prSet presAssocID="{47228128-855C-44E4-83A6-C248E48C07AA}" presName="vert2" presStyleCnt="0"/>
      <dgm:spPr/>
    </dgm:pt>
    <dgm:pt modelId="{84EEB515-2EB3-4C2B-B7E4-5BF2084B4C51}" type="pres">
      <dgm:prSet presAssocID="{47228128-855C-44E4-83A6-C248E48C07AA}" presName="thinLine2b" presStyleLbl="callout" presStyleIdx="2" presStyleCnt="10"/>
      <dgm:spPr/>
    </dgm:pt>
    <dgm:pt modelId="{EEFF9064-EA76-4047-B18E-02699540C0CB}" type="pres">
      <dgm:prSet presAssocID="{47228128-855C-44E4-83A6-C248E48C07AA}" presName="vertSpace2b" presStyleCnt="0"/>
      <dgm:spPr/>
    </dgm:pt>
    <dgm:pt modelId="{BA8DA0EB-8018-4C78-B631-982D434D4C7E}" type="pres">
      <dgm:prSet presAssocID="{634DCF8B-7215-4A20-ACBF-296623C80F8A}" presName="horz2" presStyleCnt="0"/>
      <dgm:spPr/>
    </dgm:pt>
    <dgm:pt modelId="{80745AB8-3813-4918-8BA6-E22F8CCAC621}" type="pres">
      <dgm:prSet presAssocID="{634DCF8B-7215-4A20-ACBF-296623C80F8A}" presName="horzSpace2" presStyleCnt="0"/>
      <dgm:spPr/>
    </dgm:pt>
    <dgm:pt modelId="{8FA3321A-C97C-42FD-8AF6-DAB4D7FEB285}" type="pres">
      <dgm:prSet presAssocID="{634DCF8B-7215-4A20-ACBF-296623C80F8A}" presName="tx2" presStyleLbl="revTx" presStyleIdx="4" presStyleCnt="12"/>
      <dgm:spPr/>
    </dgm:pt>
    <dgm:pt modelId="{75B30344-E228-4750-BF42-66D69BCE12E6}" type="pres">
      <dgm:prSet presAssocID="{634DCF8B-7215-4A20-ACBF-296623C80F8A}" presName="vert2" presStyleCnt="0"/>
      <dgm:spPr/>
    </dgm:pt>
    <dgm:pt modelId="{0C413B77-C6A8-4A35-9EAD-ED1606731271}" type="pres">
      <dgm:prSet presAssocID="{634DCF8B-7215-4A20-ACBF-296623C80F8A}" presName="thinLine2b" presStyleLbl="callout" presStyleIdx="3" presStyleCnt="10"/>
      <dgm:spPr/>
    </dgm:pt>
    <dgm:pt modelId="{A1B7148E-EDAF-4686-A2F1-17B6E695AA74}" type="pres">
      <dgm:prSet presAssocID="{634DCF8B-7215-4A20-ACBF-296623C80F8A}" presName="vertSpace2b" presStyleCnt="0"/>
      <dgm:spPr/>
    </dgm:pt>
    <dgm:pt modelId="{BA0707E3-7C5F-4AA9-94AB-23497FEB35EB}" type="pres">
      <dgm:prSet presAssocID="{4BD2DBCE-5BEA-4B67-B5A3-3E3D75C41C9C}" presName="horz2" presStyleCnt="0"/>
      <dgm:spPr/>
    </dgm:pt>
    <dgm:pt modelId="{6EF857DC-6AD8-4DF3-B2F6-8042DE5D90E2}" type="pres">
      <dgm:prSet presAssocID="{4BD2DBCE-5BEA-4B67-B5A3-3E3D75C41C9C}" presName="horzSpace2" presStyleCnt="0"/>
      <dgm:spPr/>
    </dgm:pt>
    <dgm:pt modelId="{D42FA215-A0CD-4ACC-A1B7-1A6A0535A2F4}" type="pres">
      <dgm:prSet presAssocID="{4BD2DBCE-5BEA-4B67-B5A3-3E3D75C41C9C}" presName="tx2" presStyleLbl="revTx" presStyleIdx="5" presStyleCnt="12"/>
      <dgm:spPr/>
    </dgm:pt>
    <dgm:pt modelId="{2D388BE7-0448-4D1B-9EF4-3092D2C18E20}" type="pres">
      <dgm:prSet presAssocID="{4BD2DBCE-5BEA-4B67-B5A3-3E3D75C41C9C}" presName="vert2" presStyleCnt="0"/>
      <dgm:spPr/>
    </dgm:pt>
    <dgm:pt modelId="{B1DCBD06-4C29-4904-8D45-4E9B8D2C14AE}" type="pres">
      <dgm:prSet presAssocID="{4BD2DBCE-5BEA-4B67-B5A3-3E3D75C41C9C}" presName="thinLine2b" presStyleLbl="callout" presStyleIdx="4" presStyleCnt="10"/>
      <dgm:spPr/>
    </dgm:pt>
    <dgm:pt modelId="{F3F1D657-E91F-4250-97E4-C6588EA3871E}" type="pres">
      <dgm:prSet presAssocID="{4BD2DBCE-5BEA-4B67-B5A3-3E3D75C41C9C}" presName="vertSpace2b" presStyleCnt="0"/>
      <dgm:spPr/>
    </dgm:pt>
    <dgm:pt modelId="{C0643C47-6366-4582-868E-36405FAB2E07}" type="pres">
      <dgm:prSet presAssocID="{FFDB0CC6-A5FB-4358-9684-8E3A7907D754}" presName="horz2" presStyleCnt="0"/>
      <dgm:spPr/>
    </dgm:pt>
    <dgm:pt modelId="{86914170-EF90-4824-80CC-3DC47442260A}" type="pres">
      <dgm:prSet presAssocID="{FFDB0CC6-A5FB-4358-9684-8E3A7907D754}" presName="horzSpace2" presStyleCnt="0"/>
      <dgm:spPr/>
    </dgm:pt>
    <dgm:pt modelId="{014DD85B-1C7D-4C7C-A262-0B09B6D05894}" type="pres">
      <dgm:prSet presAssocID="{FFDB0CC6-A5FB-4358-9684-8E3A7907D754}" presName="tx2" presStyleLbl="revTx" presStyleIdx="6" presStyleCnt="12"/>
      <dgm:spPr/>
    </dgm:pt>
    <dgm:pt modelId="{E571DD9F-E53B-4B7A-A04D-F1F52C58C30C}" type="pres">
      <dgm:prSet presAssocID="{FFDB0CC6-A5FB-4358-9684-8E3A7907D754}" presName="vert2" presStyleCnt="0"/>
      <dgm:spPr/>
    </dgm:pt>
    <dgm:pt modelId="{5031BF26-F3D3-4062-A57C-9812BC2EEC38}" type="pres">
      <dgm:prSet presAssocID="{FFDB0CC6-A5FB-4358-9684-8E3A7907D754}" presName="thinLine2b" presStyleLbl="callout" presStyleIdx="5" presStyleCnt="10"/>
      <dgm:spPr/>
    </dgm:pt>
    <dgm:pt modelId="{FDF00DE6-EC7C-49CD-94B5-4C707CBF62F7}" type="pres">
      <dgm:prSet presAssocID="{FFDB0CC6-A5FB-4358-9684-8E3A7907D754}" presName="vertSpace2b" presStyleCnt="0"/>
      <dgm:spPr/>
    </dgm:pt>
    <dgm:pt modelId="{D4D74F8B-C32D-4A9F-86F2-9EF67181C095}" type="pres">
      <dgm:prSet presAssocID="{3719E600-8663-4171-B493-4549169B356C}" presName="thickLine" presStyleLbl="alignNode1" presStyleIdx="1" presStyleCnt="2"/>
      <dgm:spPr/>
    </dgm:pt>
    <dgm:pt modelId="{F4FAB7FF-55C4-47ED-9161-68C533A0DC83}" type="pres">
      <dgm:prSet presAssocID="{3719E600-8663-4171-B493-4549169B356C}" presName="horz1" presStyleCnt="0"/>
      <dgm:spPr/>
    </dgm:pt>
    <dgm:pt modelId="{6D8A8C1B-2C86-4479-A381-D0627130A6C1}" type="pres">
      <dgm:prSet presAssocID="{3719E600-8663-4171-B493-4549169B356C}" presName="tx1" presStyleLbl="revTx" presStyleIdx="7" presStyleCnt="12"/>
      <dgm:spPr/>
    </dgm:pt>
    <dgm:pt modelId="{5CAC2AB6-A411-452B-8E1F-F8023CEF4123}" type="pres">
      <dgm:prSet presAssocID="{3719E600-8663-4171-B493-4549169B356C}" presName="vert1" presStyleCnt="0"/>
      <dgm:spPr/>
    </dgm:pt>
    <dgm:pt modelId="{BE8FB825-E5C6-41EC-B1A2-56302083E1B7}" type="pres">
      <dgm:prSet presAssocID="{A92C78D3-0E1A-4910-BEDB-20731D2ABC8F}" presName="vertSpace2a" presStyleCnt="0"/>
      <dgm:spPr/>
    </dgm:pt>
    <dgm:pt modelId="{431B8DE9-2BF0-46CC-A04B-0EC7BB9B9EC8}" type="pres">
      <dgm:prSet presAssocID="{A92C78D3-0E1A-4910-BEDB-20731D2ABC8F}" presName="horz2" presStyleCnt="0"/>
      <dgm:spPr/>
    </dgm:pt>
    <dgm:pt modelId="{8C798E70-B6DC-4188-960E-8B60ABDFDD29}" type="pres">
      <dgm:prSet presAssocID="{A92C78D3-0E1A-4910-BEDB-20731D2ABC8F}" presName="horzSpace2" presStyleCnt="0"/>
      <dgm:spPr/>
    </dgm:pt>
    <dgm:pt modelId="{87E73EAF-87B8-4A34-BD20-054B9E726141}" type="pres">
      <dgm:prSet presAssocID="{A92C78D3-0E1A-4910-BEDB-20731D2ABC8F}" presName="tx2" presStyleLbl="revTx" presStyleIdx="8" presStyleCnt="12"/>
      <dgm:spPr/>
    </dgm:pt>
    <dgm:pt modelId="{ED6DECE0-758F-4921-82FA-552005DAE84A}" type="pres">
      <dgm:prSet presAssocID="{A92C78D3-0E1A-4910-BEDB-20731D2ABC8F}" presName="vert2" presStyleCnt="0"/>
      <dgm:spPr/>
    </dgm:pt>
    <dgm:pt modelId="{A8E6F484-BE34-495B-8266-92738087DF74}" type="pres">
      <dgm:prSet presAssocID="{A92C78D3-0E1A-4910-BEDB-20731D2ABC8F}" presName="thinLine2b" presStyleLbl="callout" presStyleIdx="6" presStyleCnt="10"/>
      <dgm:spPr/>
    </dgm:pt>
    <dgm:pt modelId="{6103757E-065F-4048-B828-5AF03AC52A1D}" type="pres">
      <dgm:prSet presAssocID="{A92C78D3-0E1A-4910-BEDB-20731D2ABC8F}" presName="vertSpace2b" presStyleCnt="0"/>
      <dgm:spPr/>
    </dgm:pt>
    <dgm:pt modelId="{2CEFCC0F-F948-4484-BD39-7347B7CC7CD1}" type="pres">
      <dgm:prSet presAssocID="{B61ECE7B-151D-4CB5-B0FD-D29FB8F1C41E}" presName="horz2" presStyleCnt="0"/>
      <dgm:spPr/>
    </dgm:pt>
    <dgm:pt modelId="{5B869676-A181-40E8-A29B-3212A7C2A12B}" type="pres">
      <dgm:prSet presAssocID="{B61ECE7B-151D-4CB5-B0FD-D29FB8F1C41E}" presName="horzSpace2" presStyleCnt="0"/>
      <dgm:spPr/>
    </dgm:pt>
    <dgm:pt modelId="{B25A54B4-628D-4E85-8300-5C7D186BD678}" type="pres">
      <dgm:prSet presAssocID="{B61ECE7B-151D-4CB5-B0FD-D29FB8F1C41E}" presName="tx2" presStyleLbl="revTx" presStyleIdx="9" presStyleCnt="12"/>
      <dgm:spPr/>
    </dgm:pt>
    <dgm:pt modelId="{C3197871-3621-4C22-98B3-C338A02BF8C8}" type="pres">
      <dgm:prSet presAssocID="{B61ECE7B-151D-4CB5-B0FD-D29FB8F1C41E}" presName="vert2" presStyleCnt="0"/>
      <dgm:spPr/>
    </dgm:pt>
    <dgm:pt modelId="{AFC09285-658C-4B57-9FE3-709950558BF8}" type="pres">
      <dgm:prSet presAssocID="{B61ECE7B-151D-4CB5-B0FD-D29FB8F1C41E}" presName="thinLine2b" presStyleLbl="callout" presStyleIdx="7" presStyleCnt="10"/>
      <dgm:spPr/>
    </dgm:pt>
    <dgm:pt modelId="{7F7FB6F1-D592-4287-BF7F-06F88BD9F812}" type="pres">
      <dgm:prSet presAssocID="{B61ECE7B-151D-4CB5-B0FD-D29FB8F1C41E}" presName="vertSpace2b" presStyleCnt="0"/>
      <dgm:spPr/>
    </dgm:pt>
    <dgm:pt modelId="{23448702-3B77-4C5E-B492-D5C69B461CDA}" type="pres">
      <dgm:prSet presAssocID="{AA605C1A-031B-4BC4-8472-99DD14B82008}" presName="horz2" presStyleCnt="0"/>
      <dgm:spPr/>
    </dgm:pt>
    <dgm:pt modelId="{49650EC9-2489-41E7-8F99-D71BF6AA49A7}" type="pres">
      <dgm:prSet presAssocID="{AA605C1A-031B-4BC4-8472-99DD14B82008}" presName="horzSpace2" presStyleCnt="0"/>
      <dgm:spPr/>
    </dgm:pt>
    <dgm:pt modelId="{774617C2-01C1-4F32-AAC7-4AC3F787944F}" type="pres">
      <dgm:prSet presAssocID="{AA605C1A-031B-4BC4-8472-99DD14B82008}" presName="tx2" presStyleLbl="revTx" presStyleIdx="10" presStyleCnt="12"/>
      <dgm:spPr/>
    </dgm:pt>
    <dgm:pt modelId="{D6B31F32-FFAA-4383-AF37-662EC443499E}" type="pres">
      <dgm:prSet presAssocID="{AA605C1A-031B-4BC4-8472-99DD14B82008}" presName="vert2" presStyleCnt="0"/>
      <dgm:spPr/>
    </dgm:pt>
    <dgm:pt modelId="{5921DC8C-22B7-49CC-93D1-450AFBF3A058}" type="pres">
      <dgm:prSet presAssocID="{AA605C1A-031B-4BC4-8472-99DD14B82008}" presName="thinLine2b" presStyleLbl="callout" presStyleIdx="8" presStyleCnt="10"/>
      <dgm:spPr/>
    </dgm:pt>
    <dgm:pt modelId="{76949779-D8D6-473C-A05F-6DFB70C39AD8}" type="pres">
      <dgm:prSet presAssocID="{AA605C1A-031B-4BC4-8472-99DD14B82008}" presName="vertSpace2b" presStyleCnt="0"/>
      <dgm:spPr/>
    </dgm:pt>
    <dgm:pt modelId="{41AE7AF9-603D-44C7-AD9B-69D74B0D642C}" type="pres">
      <dgm:prSet presAssocID="{BDF569C6-01F4-454F-8017-0F22BB172AB3}" presName="horz2" presStyleCnt="0"/>
      <dgm:spPr/>
    </dgm:pt>
    <dgm:pt modelId="{B0B1C449-F04B-4ECC-AE45-90A43A533951}" type="pres">
      <dgm:prSet presAssocID="{BDF569C6-01F4-454F-8017-0F22BB172AB3}" presName="horzSpace2" presStyleCnt="0"/>
      <dgm:spPr/>
    </dgm:pt>
    <dgm:pt modelId="{81E2A59F-80CC-4F38-A1F0-F77FBFD8C791}" type="pres">
      <dgm:prSet presAssocID="{BDF569C6-01F4-454F-8017-0F22BB172AB3}" presName="tx2" presStyleLbl="revTx" presStyleIdx="11" presStyleCnt="12"/>
      <dgm:spPr/>
    </dgm:pt>
    <dgm:pt modelId="{3C9DBE4A-C019-411D-88D4-A80B1B80FEAD}" type="pres">
      <dgm:prSet presAssocID="{BDF569C6-01F4-454F-8017-0F22BB172AB3}" presName="vert2" presStyleCnt="0"/>
      <dgm:spPr/>
    </dgm:pt>
    <dgm:pt modelId="{A5F2104D-11C9-4609-BCBA-BB5413917DE0}" type="pres">
      <dgm:prSet presAssocID="{BDF569C6-01F4-454F-8017-0F22BB172AB3}" presName="thinLine2b" presStyleLbl="callout" presStyleIdx="9" presStyleCnt="10"/>
      <dgm:spPr/>
    </dgm:pt>
    <dgm:pt modelId="{F044B32D-8BC8-4649-A335-FD0A5DC182E4}" type="pres">
      <dgm:prSet presAssocID="{BDF569C6-01F4-454F-8017-0F22BB172AB3}" presName="vertSpace2b" presStyleCnt="0"/>
      <dgm:spPr/>
    </dgm:pt>
  </dgm:ptLst>
  <dgm:cxnLst>
    <dgm:cxn modelId="{FDFD0F07-3F9D-4F62-8D37-174C2F7907F1}" type="presOf" srcId="{BDF569C6-01F4-454F-8017-0F22BB172AB3}" destId="{81E2A59F-80CC-4F38-A1F0-F77FBFD8C791}" srcOrd="0" destOrd="0" presId="urn:microsoft.com/office/officeart/2008/layout/LinedList"/>
    <dgm:cxn modelId="{4AE12F08-742B-4A44-B239-045357528251}" srcId="{CA95AEB7-EDF9-45BD-9FCB-A2E9241E3B73}" destId="{47228128-855C-44E4-83A6-C248E48C07AA}" srcOrd="2" destOrd="0" parTransId="{DB46BF80-A422-48A8-A078-92439A8DA5D4}" sibTransId="{728FA0D8-5575-4F80-BE99-481C2A883E5A}"/>
    <dgm:cxn modelId="{A85A5212-9AA5-41C3-8333-195139E8FB9A}" srcId="{CA95AEB7-EDF9-45BD-9FCB-A2E9241E3B73}" destId="{634DCF8B-7215-4A20-ACBF-296623C80F8A}" srcOrd="3" destOrd="0" parTransId="{2D4EE943-AA8A-49F6-A33E-A2297EB17970}" sibTransId="{C12D6A6D-0E84-4FA0-8956-ABE87AF7D6BC}"/>
    <dgm:cxn modelId="{898A1915-4DB9-4DF7-9D71-F0FE33EB20EE}" srcId="{3719E600-8663-4171-B493-4549169B356C}" destId="{AA605C1A-031B-4BC4-8472-99DD14B82008}" srcOrd="2" destOrd="0" parTransId="{C8695EE1-CDD6-4414-AFD8-89853D74BAA4}" sibTransId="{DEE7FEE5-A7E0-4873-AA62-3FEF09D85376}"/>
    <dgm:cxn modelId="{8A52853A-6039-4D1A-8562-7317A717DB70}" srcId="{3719E600-8663-4171-B493-4549169B356C}" destId="{A92C78D3-0E1A-4910-BEDB-20731D2ABC8F}" srcOrd="0" destOrd="0" parTransId="{329130C9-0975-40B0-B27C-4F250ABA70B5}" sibTransId="{84727D5E-DB4B-475E-BAA2-1E02F6D0C39D}"/>
    <dgm:cxn modelId="{8B850A60-522D-4F02-9ACD-1690E65B11E9}" type="presOf" srcId="{634DCF8B-7215-4A20-ACBF-296623C80F8A}" destId="{8FA3321A-C97C-42FD-8AF6-DAB4D7FEB285}" srcOrd="0" destOrd="0" presId="urn:microsoft.com/office/officeart/2008/layout/LinedList"/>
    <dgm:cxn modelId="{F7036B48-A66A-4CB4-B5AB-761745CEE570}" type="presOf" srcId="{3719E600-8663-4171-B493-4549169B356C}" destId="{6D8A8C1B-2C86-4479-A381-D0627130A6C1}" srcOrd="0" destOrd="0" presId="urn:microsoft.com/office/officeart/2008/layout/LinedList"/>
    <dgm:cxn modelId="{A85EE948-2847-4BFB-B877-A76C6A46A8A6}" srcId="{CA95AEB7-EDF9-45BD-9FCB-A2E9241E3B73}" destId="{B43BA4D0-7778-4E35-AAA0-860A35E05BD0}" srcOrd="1" destOrd="0" parTransId="{38F8ECB8-01D5-43E3-9892-0D4BE9212E51}" sibTransId="{4B7385A3-4A90-4C5D-A774-2D0DA057C783}"/>
    <dgm:cxn modelId="{6A60104A-F7FD-47A4-A136-24C1525D2E2E}" type="presOf" srcId="{7E1773DE-68E7-48EE-B3A9-0E086BCA2139}" destId="{6C9357CF-4834-4907-8B3A-807F9AB25DF0}" srcOrd="0" destOrd="0" presId="urn:microsoft.com/office/officeart/2008/layout/LinedList"/>
    <dgm:cxn modelId="{753AF778-8CE6-4071-B6F5-20C8672E9861}" type="presOf" srcId="{B43BA4D0-7778-4E35-AAA0-860A35E05BD0}" destId="{E009A903-E4A0-4598-9825-E19E2C82D2AC}" srcOrd="0" destOrd="0" presId="urn:microsoft.com/office/officeart/2008/layout/LinedList"/>
    <dgm:cxn modelId="{C83A505A-AEB4-4A82-A1B7-7845F0B70FA6}" srcId="{CA95AEB7-EDF9-45BD-9FCB-A2E9241E3B73}" destId="{FFDB0CC6-A5FB-4358-9684-8E3A7907D754}" srcOrd="5" destOrd="0" parTransId="{7CA49E8D-7CE1-49CC-B92E-936527BA6FA4}" sibTransId="{C96D900B-9A0A-4395-B4B4-85E6399FE267}"/>
    <dgm:cxn modelId="{8F68FE5A-2DD6-493B-A53E-3744EB5C931D}" type="presOf" srcId="{4BD2DBCE-5BEA-4B67-B5A3-3E3D75C41C9C}" destId="{D42FA215-A0CD-4ACC-A1B7-1A6A0535A2F4}" srcOrd="0" destOrd="0" presId="urn:microsoft.com/office/officeart/2008/layout/LinedList"/>
    <dgm:cxn modelId="{F567147B-D6A4-441A-A62C-BC1CC76EC0DF}" type="presOf" srcId="{A92C78D3-0E1A-4910-BEDB-20731D2ABC8F}" destId="{87E73EAF-87B8-4A34-BD20-054B9E726141}" srcOrd="0" destOrd="0" presId="urn:microsoft.com/office/officeart/2008/layout/LinedList"/>
    <dgm:cxn modelId="{B59BBD80-E864-4475-B654-A235FD8B6D2F}" srcId="{CA95AEB7-EDF9-45BD-9FCB-A2E9241E3B73}" destId="{4BD2DBCE-5BEA-4B67-B5A3-3E3D75C41C9C}" srcOrd="4" destOrd="0" parTransId="{10C32638-4EA2-4112-A019-F057006CC1FC}" sibTransId="{0C2D3966-BFDD-4C96-BE4D-92B1060543E8}"/>
    <dgm:cxn modelId="{C89B6F83-ABD5-446C-B3E7-64B9C7B2EC95}" type="presOf" srcId="{B61ECE7B-151D-4CB5-B0FD-D29FB8F1C41E}" destId="{B25A54B4-628D-4E85-8300-5C7D186BD678}" srcOrd="0" destOrd="0" presId="urn:microsoft.com/office/officeart/2008/layout/LinedList"/>
    <dgm:cxn modelId="{A2ADBB87-FE49-4B29-B08C-F89BF15F6C54}" type="presOf" srcId="{AA605C1A-031B-4BC4-8472-99DD14B82008}" destId="{774617C2-01C1-4F32-AAC7-4AC3F787944F}" srcOrd="0" destOrd="0" presId="urn:microsoft.com/office/officeart/2008/layout/LinedList"/>
    <dgm:cxn modelId="{B73E678B-EF94-4E5D-AECD-680CA8E4FFD3}" type="presOf" srcId="{47228128-855C-44E4-83A6-C248E48C07AA}" destId="{39BC8FDB-2824-4728-867B-A7472BFA2496}" srcOrd="0" destOrd="0" presId="urn:microsoft.com/office/officeart/2008/layout/LinedList"/>
    <dgm:cxn modelId="{D26686C2-CFB3-46CC-8604-F4A69644C667}" srcId="{3719E600-8663-4171-B493-4549169B356C}" destId="{BDF569C6-01F4-454F-8017-0F22BB172AB3}" srcOrd="3" destOrd="0" parTransId="{06C45E95-7AC8-40E8-BED9-B080817A3A17}" sibTransId="{530E5B5B-330E-47CF-B4FE-E2A0B9BAF908}"/>
    <dgm:cxn modelId="{BCAD20CB-47E5-4A9D-844A-AD8CFCFBC627}" type="presOf" srcId="{CA95AEB7-EDF9-45BD-9FCB-A2E9241E3B73}" destId="{C8CAC49B-755B-4959-BE63-AA62757573E3}" srcOrd="0" destOrd="0" presId="urn:microsoft.com/office/officeart/2008/layout/LinedList"/>
    <dgm:cxn modelId="{54E907CC-697D-4240-AC98-3D14E47D5460}" srcId="{CA95AEB7-EDF9-45BD-9FCB-A2E9241E3B73}" destId="{7E1773DE-68E7-48EE-B3A9-0E086BCA2139}" srcOrd="0" destOrd="0" parTransId="{4A5A838D-BEEE-4484-B96E-E991158F4053}" sibTransId="{BE56793F-6E9A-4B01-BA1C-714FD83AC813}"/>
    <dgm:cxn modelId="{05D6F3DD-6AF7-46EE-8570-9E9F978E481A}" srcId="{1E0251AF-E357-47C7-91D9-110C03D47DC2}" destId="{3719E600-8663-4171-B493-4549169B356C}" srcOrd="1" destOrd="0" parTransId="{46F0EA3E-AAA9-40C0-8247-B581380E345B}" sibTransId="{1EC8FE46-AB61-424A-92BA-F7E3EE5330F2}"/>
    <dgm:cxn modelId="{0EA39EDF-300E-42A5-AFEF-54D11970769D}" type="presOf" srcId="{FFDB0CC6-A5FB-4358-9684-8E3A7907D754}" destId="{014DD85B-1C7D-4C7C-A262-0B09B6D05894}" srcOrd="0" destOrd="0" presId="urn:microsoft.com/office/officeart/2008/layout/LinedList"/>
    <dgm:cxn modelId="{A9F4FEEC-A4FA-4700-8A01-F9B30C0AA4C0}" srcId="{1E0251AF-E357-47C7-91D9-110C03D47DC2}" destId="{CA95AEB7-EDF9-45BD-9FCB-A2E9241E3B73}" srcOrd="0" destOrd="0" parTransId="{54BF96CD-0F16-4D13-8100-785F4E52C8E5}" sibTransId="{C2543F47-386B-4BD3-8947-15AEB1F5E111}"/>
    <dgm:cxn modelId="{FB7B45F0-F57C-431C-8C19-DFFFB86F6ABF}" type="presOf" srcId="{1E0251AF-E357-47C7-91D9-110C03D47DC2}" destId="{A2F851E9-EC2C-400A-A1D2-8152E13A6AFC}" srcOrd="0" destOrd="0" presId="urn:microsoft.com/office/officeart/2008/layout/LinedList"/>
    <dgm:cxn modelId="{B8DB8FF2-7D49-40D5-ADA3-64D628517B62}" srcId="{3719E600-8663-4171-B493-4549169B356C}" destId="{B61ECE7B-151D-4CB5-B0FD-D29FB8F1C41E}" srcOrd="1" destOrd="0" parTransId="{0FE34DDA-04A3-4CE8-93F4-7FAAB93E0BAA}" sibTransId="{49365FA1-CDA1-4585-8EAB-FE66631CA97E}"/>
    <dgm:cxn modelId="{2F29A39A-B9F3-4FCA-89A2-08062DE66976}" type="presParOf" srcId="{A2F851E9-EC2C-400A-A1D2-8152E13A6AFC}" destId="{6FB4D358-C4A7-4949-84E9-C2BA826E999D}" srcOrd="0" destOrd="0" presId="urn:microsoft.com/office/officeart/2008/layout/LinedList"/>
    <dgm:cxn modelId="{FD43B805-58B0-42BE-B906-28BBA5D81D26}" type="presParOf" srcId="{A2F851E9-EC2C-400A-A1D2-8152E13A6AFC}" destId="{0AB99C4C-B2D5-4D11-9025-EE1FBC120CBB}" srcOrd="1" destOrd="0" presId="urn:microsoft.com/office/officeart/2008/layout/LinedList"/>
    <dgm:cxn modelId="{BCC70BFE-A117-4A40-95C4-5EF1AF578119}" type="presParOf" srcId="{0AB99C4C-B2D5-4D11-9025-EE1FBC120CBB}" destId="{C8CAC49B-755B-4959-BE63-AA62757573E3}" srcOrd="0" destOrd="0" presId="urn:microsoft.com/office/officeart/2008/layout/LinedList"/>
    <dgm:cxn modelId="{48AB22DC-7FCB-42D5-99BE-A213347C87AF}" type="presParOf" srcId="{0AB99C4C-B2D5-4D11-9025-EE1FBC120CBB}" destId="{1879BB4C-330F-478D-B5F4-256CABEA45B4}" srcOrd="1" destOrd="0" presId="urn:microsoft.com/office/officeart/2008/layout/LinedList"/>
    <dgm:cxn modelId="{7C917314-FF28-4681-87A0-CD34456ECEB7}" type="presParOf" srcId="{1879BB4C-330F-478D-B5F4-256CABEA45B4}" destId="{B9C67B5D-DEB1-4EEE-8C88-14A22F99F9C4}" srcOrd="0" destOrd="0" presId="urn:microsoft.com/office/officeart/2008/layout/LinedList"/>
    <dgm:cxn modelId="{A3778326-0FBB-45A8-8FF2-482DEFC1FD78}" type="presParOf" srcId="{1879BB4C-330F-478D-B5F4-256CABEA45B4}" destId="{97A23794-584B-496F-9AD6-7473C4047F7F}" srcOrd="1" destOrd="0" presId="urn:microsoft.com/office/officeart/2008/layout/LinedList"/>
    <dgm:cxn modelId="{D1E6022F-01BB-4C03-92A4-9CF5C73DCB83}" type="presParOf" srcId="{97A23794-584B-496F-9AD6-7473C4047F7F}" destId="{03CFCD2A-AB4D-45D9-8D50-394A78F0821D}" srcOrd="0" destOrd="0" presId="urn:microsoft.com/office/officeart/2008/layout/LinedList"/>
    <dgm:cxn modelId="{FF320B18-C4C1-438F-BD49-F64F84CBCD8F}" type="presParOf" srcId="{97A23794-584B-496F-9AD6-7473C4047F7F}" destId="{6C9357CF-4834-4907-8B3A-807F9AB25DF0}" srcOrd="1" destOrd="0" presId="urn:microsoft.com/office/officeart/2008/layout/LinedList"/>
    <dgm:cxn modelId="{756113B8-6B4E-4F74-A5AC-9DB715E2F51F}" type="presParOf" srcId="{97A23794-584B-496F-9AD6-7473C4047F7F}" destId="{6DE3BCC5-C064-4B35-BE73-AFC1BB931DDA}" srcOrd="2" destOrd="0" presId="urn:microsoft.com/office/officeart/2008/layout/LinedList"/>
    <dgm:cxn modelId="{37C0F0EA-A231-4EBF-810B-6A60AFD3ABFB}" type="presParOf" srcId="{1879BB4C-330F-478D-B5F4-256CABEA45B4}" destId="{1C33454F-9B4A-4201-8BC7-25825AC9CDF4}" srcOrd="2" destOrd="0" presId="urn:microsoft.com/office/officeart/2008/layout/LinedList"/>
    <dgm:cxn modelId="{08FC28BE-4E1E-4390-9BE0-58A1C56CEC14}" type="presParOf" srcId="{1879BB4C-330F-478D-B5F4-256CABEA45B4}" destId="{8A87B6AE-2B3F-4251-9539-1832881C849C}" srcOrd="3" destOrd="0" presId="urn:microsoft.com/office/officeart/2008/layout/LinedList"/>
    <dgm:cxn modelId="{BC72E3C1-30CE-4A6F-AC52-DE5CEC151B17}" type="presParOf" srcId="{1879BB4C-330F-478D-B5F4-256CABEA45B4}" destId="{91E75A39-F6B1-40EC-83EF-3C2E8026AA13}" srcOrd="4" destOrd="0" presId="urn:microsoft.com/office/officeart/2008/layout/LinedList"/>
    <dgm:cxn modelId="{B216EABE-8D97-4794-A559-279231F23806}" type="presParOf" srcId="{91E75A39-F6B1-40EC-83EF-3C2E8026AA13}" destId="{D6C1D2C7-D684-497A-A4E5-40BA4972D76F}" srcOrd="0" destOrd="0" presId="urn:microsoft.com/office/officeart/2008/layout/LinedList"/>
    <dgm:cxn modelId="{43DC2A89-6956-4FEC-9B4E-48AEEC4211E8}" type="presParOf" srcId="{91E75A39-F6B1-40EC-83EF-3C2E8026AA13}" destId="{E009A903-E4A0-4598-9825-E19E2C82D2AC}" srcOrd="1" destOrd="0" presId="urn:microsoft.com/office/officeart/2008/layout/LinedList"/>
    <dgm:cxn modelId="{12A5167A-AFDD-494F-BD53-3C360FD09E66}" type="presParOf" srcId="{91E75A39-F6B1-40EC-83EF-3C2E8026AA13}" destId="{424C9298-0608-43A5-AA39-D9E95293D4C3}" srcOrd="2" destOrd="0" presId="urn:microsoft.com/office/officeart/2008/layout/LinedList"/>
    <dgm:cxn modelId="{00003764-9C5A-4FD6-ADA7-578F29A4DA1D}" type="presParOf" srcId="{1879BB4C-330F-478D-B5F4-256CABEA45B4}" destId="{21C93010-DAE7-4B1E-A0AB-A6E3D4F8C2BB}" srcOrd="5" destOrd="0" presId="urn:microsoft.com/office/officeart/2008/layout/LinedList"/>
    <dgm:cxn modelId="{9FB59A2B-EB5B-4EFE-9138-592C5D6F2967}" type="presParOf" srcId="{1879BB4C-330F-478D-B5F4-256CABEA45B4}" destId="{F24F7FBA-6CBC-48D9-8EFE-ADE6CAF778D4}" srcOrd="6" destOrd="0" presId="urn:microsoft.com/office/officeart/2008/layout/LinedList"/>
    <dgm:cxn modelId="{45FE9276-4B3C-4FF4-BFE0-37C18C22144F}" type="presParOf" srcId="{1879BB4C-330F-478D-B5F4-256CABEA45B4}" destId="{1685E566-0C18-4DE6-B41B-F300D0687E44}" srcOrd="7" destOrd="0" presId="urn:microsoft.com/office/officeart/2008/layout/LinedList"/>
    <dgm:cxn modelId="{184D3C8F-F29F-4BB5-AC19-A4862080CE1D}" type="presParOf" srcId="{1685E566-0C18-4DE6-B41B-F300D0687E44}" destId="{DFA8189B-B318-47C1-BF1A-7950A572887D}" srcOrd="0" destOrd="0" presId="urn:microsoft.com/office/officeart/2008/layout/LinedList"/>
    <dgm:cxn modelId="{01B6CC4F-2914-48A8-A1DB-4FCC1466E794}" type="presParOf" srcId="{1685E566-0C18-4DE6-B41B-F300D0687E44}" destId="{39BC8FDB-2824-4728-867B-A7472BFA2496}" srcOrd="1" destOrd="0" presId="urn:microsoft.com/office/officeart/2008/layout/LinedList"/>
    <dgm:cxn modelId="{2CAF8153-31C9-43FB-B60F-EFE1AD554970}" type="presParOf" srcId="{1685E566-0C18-4DE6-B41B-F300D0687E44}" destId="{2499A28C-B9D4-4915-A710-0EF19333D8DC}" srcOrd="2" destOrd="0" presId="urn:microsoft.com/office/officeart/2008/layout/LinedList"/>
    <dgm:cxn modelId="{8EC1E40E-9100-4629-8A1C-2839D831B7E6}" type="presParOf" srcId="{1879BB4C-330F-478D-B5F4-256CABEA45B4}" destId="{84EEB515-2EB3-4C2B-B7E4-5BF2084B4C51}" srcOrd="8" destOrd="0" presId="urn:microsoft.com/office/officeart/2008/layout/LinedList"/>
    <dgm:cxn modelId="{40A10810-2EE9-43B3-A907-09C122021606}" type="presParOf" srcId="{1879BB4C-330F-478D-B5F4-256CABEA45B4}" destId="{EEFF9064-EA76-4047-B18E-02699540C0CB}" srcOrd="9" destOrd="0" presId="urn:microsoft.com/office/officeart/2008/layout/LinedList"/>
    <dgm:cxn modelId="{B61F9710-5243-47C3-BBFD-D45E71A3DAA4}" type="presParOf" srcId="{1879BB4C-330F-478D-B5F4-256CABEA45B4}" destId="{BA8DA0EB-8018-4C78-B631-982D434D4C7E}" srcOrd="10" destOrd="0" presId="urn:microsoft.com/office/officeart/2008/layout/LinedList"/>
    <dgm:cxn modelId="{B5F6DAF1-E159-4E6D-82A4-BF4965E69237}" type="presParOf" srcId="{BA8DA0EB-8018-4C78-B631-982D434D4C7E}" destId="{80745AB8-3813-4918-8BA6-E22F8CCAC621}" srcOrd="0" destOrd="0" presId="urn:microsoft.com/office/officeart/2008/layout/LinedList"/>
    <dgm:cxn modelId="{9FCDF05C-E05B-47CD-8A79-E4B4006134C4}" type="presParOf" srcId="{BA8DA0EB-8018-4C78-B631-982D434D4C7E}" destId="{8FA3321A-C97C-42FD-8AF6-DAB4D7FEB285}" srcOrd="1" destOrd="0" presId="urn:microsoft.com/office/officeart/2008/layout/LinedList"/>
    <dgm:cxn modelId="{0823701F-67EE-4F86-8234-2307C40CE378}" type="presParOf" srcId="{BA8DA0EB-8018-4C78-B631-982D434D4C7E}" destId="{75B30344-E228-4750-BF42-66D69BCE12E6}" srcOrd="2" destOrd="0" presId="urn:microsoft.com/office/officeart/2008/layout/LinedList"/>
    <dgm:cxn modelId="{7486F5D1-B4FE-4E42-B018-90372F8F95BF}" type="presParOf" srcId="{1879BB4C-330F-478D-B5F4-256CABEA45B4}" destId="{0C413B77-C6A8-4A35-9EAD-ED1606731271}" srcOrd="11" destOrd="0" presId="urn:microsoft.com/office/officeart/2008/layout/LinedList"/>
    <dgm:cxn modelId="{01D9439E-126F-4102-9766-24C920196FFD}" type="presParOf" srcId="{1879BB4C-330F-478D-B5F4-256CABEA45B4}" destId="{A1B7148E-EDAF-4686-A2F1-17B6E695AA74}" srcOrd="12" destOrd="0" presId="urn:microsoft.com/office/officeart/2008/layout/LinedList"/>
    <dgm:cxn modelId="{E8DA764C-902C-4C89-B7CF-64D691848D6A}" type="presParOf" srcId="{1879BB4C-330F-478D-B5F4-256CABEA45B4}" destId="{BA0707E3-7C5F-4AA9-94AB-23497FEB35EB}" srcOrd="13" destOrd="0" presId="urn:microsoft.com/office/officeart/2008/layout/LinedList"/>
    <dgm:cxn modelId="{F72FDD1A-2A24-4A05-887B-56BA8B2ADBC7}" type="presParOf" srcId="{BA0707E3-7C5F-4AA9-94AB-23497FEB35EB}" destId="{6EF857DC-6AD8-4DF3-B2F6-8042DE5D90E2}" srcOrd="0" destOrd="0" presId="urn:microsoft.com/office/officeart/2008/layout/LinedList"/>
    <dgm:cxn modelId="{AEB904E9-9DF9-457B-9001-69774179622C}" type="presParOf" srcId="{BA0707E3-7C5F-4AA9-94AB-23497FEB35EB}" destId="{D42FA215-A0CD-4ACC-A1B7-1A6A0535A2F4}" srcOrd="1" destOrd="0" presId="urn:microsoft.com/office/officeart/2008/layout/LinedList"/>
    <dgm:cxn modelId="{3EA7C532-E61B-4890-A1FA-E92AA7B6F705}" type="presParOf" srcId="{BA0707E3-7C5F-4AA9-94AB-23497FEB35EB}" destId="{2D388BE7-0448-4D1B-9EF4-3092D2C18E20}" srcOrd="2" destOrd="0" presId="urn:microsoft.com/office/officeart/2008/layout/LinedList"/>
    <dgm:cxn modelId="{C633F6F7-B18E-40B1-81BC-8D4D48645E4D}" type="presParOf" srcId="{1879BB4C-330F-478D-B5F4-256CABEA45B4}" destId="{B1DCBD06-4C29-4904-8D45-4E9B8D2C14AE}" srcOrd="14" destOrd="0" presId="urn:microsoft.com/office/officeart/2008/layout/LinedList"/>
    <dgm:cxn modelId="{519E4EEF-2FDE-4217-8B37-E04186232DC3}" type="presParOf" srcId="{1879BB4C-330F-478D-B5F4-256CABEA45B4}" destId="{F3F1D657-E91F-4250-97E4-C6588EA3871E}" srcOrd="15" destOrd="0" presId="urn:microsoft.com/office/officeart/2008/layout/LinedList"/>
    <dgm:cxn modelId="{31B62767-49ED-4B44-A524-AB4013F64D32}" type="presParOf" srcId="{1879BB4C-330F-478D-B5F4-256CABEA45B4}" destId="{C0643C47-6366-4582-868E-36405FAB2E07}" srcOrd="16" destOrd="0" presId="urn:microsoft.com/office/officeart/2008/layout/LinedList"/>
    <dgm:cxn modelId="{3165B7C3-E490-43C4-BEA9-B2AF85928B7B}" type="presParOf" srcId="{C0643C47-6366-4582-868E-36405FAB2E07}" destId="{86914170-EF90-4824-80CC-3DC47442260A}" srcOrd="0" destOrd="0" presId="urn:microsoft.com/office/officeart/2008/layout/LinedList"/>
    <dgm:cxn modelId="{F170E1AB-DDB8-4402-BFF7-3EFE5074ABF6}" type="presParOf" srcId="{C0643C47-6366-4582-868E-36405FAB2E07}" destId="{014DD85B-1C7D-4C7C-A262-0B09B6D05894}" srcOrd="1" destOrd="0" presId="urn:microsoft.com/office/officeart/2008/layout/LinedList"/>
    <dgm:cxn modelId="{06D624FA-BCB8-4326-AE11-5B3E01008959}" type="presParOf" srcId="{C0643C47-6366-4582-868E-36405FAB2E07}" destId="{E571DD9F-E53B-4B7A-A04D-F1F52C58C30C}" srcOrd="2" destOrd="0" presId="urn:microsoft.com/office/officeart/2008/layout/LinedList"/>
    <dgm:cxn modelId="{9137E87C-7D39-4B27-80BC-E9F49128D47A}" type="presParOf" srcId="{1879BB4C-330F-478D-B5F4-256CABEA45B4}" destId="{5031BF26-F3D3-4062-A57C-9812BC2EEC38}" srcOrd="17" destOrd="0" presId="urn:microsoft.com/office/officeart/2008/layout/LinedList"/>
    <dgm:cxn modelId="{907D7AEA-13B7-4936-9828-56AFA5948538}" type="presParOf" srcId="{1879BB4C-330F-478D-B5F4-256CABEA45B4}" destId="{FDF00DE6-EC7C-49CD-94B5-4C707CBF62F7}" srcOrd="18" destOrd="0" presId="urn:microsoft.com/office/officeart/2008/layout/LinedList"/>
    <dgm:cxn modelId="{4714784A-C681-4D2A-873F-F05FF6C92388}" type="presParOf" srcId="{A2F851E9-EC2C-400A-A1D2-8152E13A6AFC}" destId="{D4D74F8B-C32D-4A9F-86F2-9EF67181C095}" srcOrd="2" destOrd="0" presId="urn:microsoft.com/office/officeart/2008/layout/LinedList"/>
    <dgm:cxn modelId="{33E5C686-4D86-44BD-A1C4-1F7C40F5F933}" type="presParOf" srcId="{A2F851E9-EC2C-400A-A1D2-8152E13A6AFC}" destId="{F4FAB7FF-55C4-47ED-9161-68C533A0DC83}" srcOrd="3" destOrd="0" presId="urn:microsoft.com/office/officeart/2008/layout/LinedList"/>
    <dgm:cxn modelId="{3A077473-DD46-4DE0-82AB-61A84C7B7A3D}" type="presParOf" srcId="{F4FAB7FF-55C4-47ED-9161-68C533A0DC83}" destId="{6D8A8C1B-2C86-4479-A381-D0627130A6C1}" srcOrd="0" destOrd="0" presId="urn:microsoft.com/office/officeart/2008/layout/LinedList"/>
    <dgm:cxn modelId="{15F4BD10-BDF4-4672-BDAE-FC24C8AFD700}" type="presParOf" srcId="{F4FAB7FF-55C4-47ED-9161-68C533A0DC83}" destId="{5CAC2AB6-A411-452B-8E1F-F8023CEF4123}" srcOrd="1" destOrd="0" presId="urn:microsoft.com/office/officeart/2008/layout/LinedList"/>
    <dgm:cxn modelId="{7C9D2FB5-32FC-4FC3-9F97-ABB6FC2C0738}" type="presParOf" srcId="{5CAC2AB6-A411-452B-8E1F-F8023CEF4123}" destId="{BE8FB825-E5C6-41EC-B1A2-56302083E1B7}" srcOrd="0" destOrd="0" presId="urn:microsoft.com/office/officeart/2008/layout/LinedList"/>
    <dgm:cxn modelId="{87AA65DB-731A-4429-8B11-CDFC0A6BE2E4}" type="presParOf" srcId="{5CAC2AB6-A411-452B-8E1F-F8023CEF4123}" destId="{431B8DE9-2BF0-46CC-A04B-0EC7BB9B9EC8}" srcOrd="1" destOrd="0" presId="urn:microsoft.com/office/officeart/2008/layout/LinedList"/>
    <dgm:cxn modelId="{E2215C47-01DD-46A2-81ED-48357E88C82A}" type="presParOf" srcId="{431B8DE9-2BF0-46CC-A04B-0EC7BB9B9EC8}" destId="{8C798E70-B6DC-4188-960E-8B60ABDFDD29}" srcOrd="0" destOrd="0" presId="urn:microsoft.com/office/officeart/2008/layout/LinedList"/>
    <dgm:cxn modelId="{B8C3335E-AF15-4D81-9884-B457EE40016A}" type="presParOf" srcId="{431B8DE9-2BF0-46CC-A04B-0EC7BB9B9EC8}" destId="{87E73EAF-87B8-4A34-BD20-054B9E726141}" srcOrd="1" destOrd="0" presId="urn:microsoft.com/office/officeart/2008/layout/LinedList"/>
    <dgm:cxn modelId="{7A433F23-EFAC-432A-BA89-13F301BC2482}" type="presParOf" srcId="{431B8DE9-2BF0-46CC-A04B-0EC7BB9B9EC8}" destId="{ED6DECE0-758F-4921-82FA-552005DAE84A}" srcOrd="2" destOrd="0" presId="urn:microsoft.com/office/officeart/2008/layout/LinedList"/>
    <dgm:cxn modelId="{E6343EF3-12AE-4AE4-8447-9A9D25330436}" type="presParOf" srcId="{5CAC2AB6-A411-452B-8E1F-F8023CEF4123}" destId="{A8E6F484-BE34-495B-8266-92738087DF74}" srcOrd="2" destOrd="0" presId="urn:microsoft.com/office/officeart/2008/layout/LinedList"/>
    <dgm:cxn modelId="{7DBED30F-6BBE-47FD-BBF3-B030C9831212}" type="presParOf" srcId="{5CAC2AB6-A411-452B-8E1F-F8023CEF4123}" destId="{6103757E-065F-4048-B828-5AF03AC52A1D}" srcOrd="3" destOrd="0" presId="urn:microsoft.com/office/officeart/2008/layout/LinedList"/>
    <dgm:cxn modelId="{9B412822-C6E0-4ADA-94E2-7346C218F627}" type="presParOf" srcId="{5CAC2AB6-A411-452B-8E1F-F8023CEF4123}" destId="{2CEFCC0F-F948-4484-BD39-7347B7CC7CD1}" srcOrd="4" destOrd="0" presId="urn:microsoft.com/office/officeart/2008/layout/LinedList"/>
    <dgm:cxn modelId="{95A60D15-D84B-48EC-8B28-5D089398FDA2}" type="presParOf" srcId="{2CEFCC0F-F948-4484-BD39-7347B7CC7CD1}" destId="{5B869676-A181-40E8-A29B-3212A7C2A12B}" srcOrd="0" destOrd="0" presId="urn:microsoft.com/office/officeart/2008/layout/LinedList"/>
    <dgm:cxn modelId="{C177E010-C4E8-4087-9873-82E43F17641F}" type="presParOf" srcId="{2CEFCC0F-F948-4484-BD39-7347B7CC7CD1}" destId="{B25A54B4-628D-4E85-8300-5C7D186BD678}" srcOrd="1" destOrd="0" presId="urn:microsoft.com/office/officeart/2008/layout/LinedList"/>
    <dgm:cxn modelId="{6642F560-FE7C-4109-B8A7-E1F8B98443C0}" type="presParOf" srcId="{2CEFCC0F-F948-4484-BD39-7347B7CC7CD1}" destId="{C3197871-3621-4C22-98B3-C338A02BF8C8}" srcOrd="2" destOrd="0" presId="urn:microsoft.com/office/officeart/2008/layout/LinedList"/>
    <dgm:cxn modelId="{46B9F6F6-E986-4FC9-B445-99001C10BA1B}" type="presParOf" srcId="{5CAC2AB6-A411-452B-8E1F-F8023CEF4123}" destId="{AFC09285-658C-4B57-9FE3-709950558BF8}" srcOrd="5" destOrd="0" presId="urn:microsoft.com/office/officeart/2008/layout/LinedList"/>
    <dgm:cxn modelId="{E04F50B2-1CF0-4696-AD4C-D9400284D476}" type="presParOf" srcId="{5CAC2AB6-A411-452B-8E1F-F8023CEF4123}" destId="{7F7FB6F1-D592-4287-BF7F-06F88BD9F812}" srcOrd="6" destOrd="0" presId="urn:microsoft.com/office/officeart/2008/layout/LinedList"/>
    <dgm:cxn modelId="{9ECF5970-36A5-45FD-A769-DBE14FFA2168}" type="presParOf" srcId="{5CAC2AB6-A411-452B-8E1F-F8023CEF4123}" destId="{23448702-3B77-4C5E-B492-D5C69B461CDA}" srcOrd="7" destOrd="0" presId="urn:microsoft.com/office/officeart/2008/layout/LinedList"/>
    <dgm:cxn modelId="{ED407907-417B-4E24-A7A2-5F17EB55C3B2}" type="presParOf" srcId="{23448702-3B77-4C5E-B492-D5C69B461CDA}" destId="{49650EC9-2489-41E7-8F99-D71BF6AA49A7}" srcOrd="0" destOrd="0" presId="urn:microsoft.com/office/officeart/2008/layout/LinedList"/>
    <dgm:cxn modelId="{4C9819A2-71A6-4270-A295-A0EC6B849CF4}" type="presParOf" srcId="{23448702-3B77-4C5E-B492-D5C69B461CDA}" destId="{774617C2-01C1-4F32-AAC7-4AC3F787944F}" srcOrd="1" destOrd="0" presId="urn:microsoft.com/office/officeart/2008/layout/LinedList"/>
    <dgm:cxn modelId="{6ABC48E2-A077-463C-8C2A-3681292CEB77}" type="presParOf" srcId="{23448702-3B77-4C5E-B492-D5C69B461CDA}" destId="{D6B31F32-FFAA-4383-AF37-662EC443499E}" srcOrd="2" destOrd="0" presId="urn:microsoft.com/office/officeart/2008/layout/LinedList"/>
    <dgm:cxn modelId="{E746AB1D-C6F3-42C0-A726-2EC9DC95658F}" type="presParOf" srcId="{5CAC2AB6-A411-452B-8E1F-F8023CEF4123}" destId="{5921DC8C-22B7-49CC-93D1-450AFBF3A058}" srcOrd="8" destOrd="0" presId="urn:microsoft.com/office/officeart/2008/layout/LinedList"/>
    <dgm:cxn modelId="{BB48A6E5-2354-43CD-9FCE-D72B500CB1E2}" type="presParOf" srcId="{5CAC2AB6-A411-452B-8E1F-F8023CEF4123}" destId="{76949779-D8D6-473C-A05F-6DFB70C39AD8}" srcOrd="9" destOrd="0" presId="urn:microsoft.com/office/officeart/2008/layout/LinedList"/>
    <dgm:cxn modelId="{3090D95D-7FEB-4055-B2D8-A7388D98DC36}" type="presParOf" srcId="{5CAC2AB6-A411-452B-8E1F-F8023CEF4123}" destId="{41AE7AF9-603D-44C7-AD9B-69D74B0D642C}" srcOrd="10" destOrd="0" presId="urn:microsoft.com/office/officeart/2008/layout/LinedList"/>
    <dgm:cxn modelId="{97A5F258-2E97-4E9C-B9AD-B90B8383C45F}" type="presParOf" srcId="{41AE7AF9-603D-44C7-AD9B-69D74B0D642C}" destId="{B0B1C449-F04B-4ECC-AE45-90A43A533951}" srcOrd="0" destOrd="0" presId="urn:microsoft.com/office/officeart/2008/layout/LinedList"/>
    <dgm:cxn modelId="{AD068C28-4C64-4CA6-B62B-94201DE38AC1}" type="presParOf" srcId="{41AE7AF9-603D-44C7-AD9B-69D74B0D642C}" destId="{81E2A59F-80CC-4F38-A1F0-F77FBFD8C791}" srcOrd="1" destOrd="0" presId="urn:microsoft.com/office/officeart/2008/layout/LinedList"/>
    <dgm:cxn modelId="{AFF47084-E0E3-4782-863A-0AD5BD463577}" type="presParOf" srcId="{41AE7AF9-603D-44C7-AD9B-69D74B0D642C}" destId="{3C9DBE4A-C019-411D-88D4-A80B1B80FEAD}" srcOrd="2" destOrd="0" presId="urn:microsoft.com/office/officeart/2008/layout/LinedList"/>
    <dgm:cxn modelId="{5E69164E-E98F-44FF-80FA-9746E74ECFCF}" type="presParOf" srcId="{5CAC2AB6-A411-452B-8E1F-F8023CEF4123}" destId="{A5F2104D-11C9-4609-BCBA-BB5413917DE0}" srcOrd="11" destOrd="0" presId="urn:microsoft.com/office/officeart/2008/layout/LinedList"/>
    <dgm:cxn modelId="{3D6F30D5-7FA7-43FA-A53D-FF6236935A65}" type="presParOf" srcId="{5CAC2AB6-A411-452B-8E1F-F8023CEF4123}" destId="{F044B32D-8BC8-4649-A335-FD0A5DC182E4}" srcOrd="12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AAB68A1-4F15-4F82-A5C7-3ABB37207483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E20EB7DD-213C-4E5C-88FA-60F2931E79FA}">
      <dgm:prSet/>
      <dgm:spPr/>
      <dgm:t>
        <a:bodyPr/>
        <a:lstStyle/>
        <a:p>
          <a:r>
            <a:rPr lang="en-US" dirty="0"/>
            <a:t>Player selects scenario</a:t>
          </a:r>
        </a:p>
      </dgm:t>
    </dgm:pt>
    <dgm:pt modelId="{502D1110-2273-4749-A3D4-521851E81BF0}" type="parTrans" cxnId="{A89B36F2-1145-4717-BFC0-C03EBC7F3E91}">
      <dgm:prSet/>
      <dgm:spPr/>
      <dgm:t>
        <a:bodyPr/>
        <a:lstStyle/>
        <a:p>
          <a:endParaRPr lang="en-US"/>
        </a:p>
      </dgm:t>
    </dgm:pt>
    <dgm:pt modelId="{08351768-0F2D-4D13-8AF8-279995433801}" type="sibTrans" cxnId="{A89B36F2-1145-4717-BFC0-C03EBC7F3E91}">
      <dgm:prSet/>
      <dgm:spPr/>
      <dgm:t>
        <a:bodyPr/>
        <a:lstStyle/>
        <a:p>
          <a:endParaRPr lang="en-US"/>
        </a:p>
      </dgm:t>
    </dgm:pt>
    <dgm:pt modelId="{4789DD4F-F9BD-4A85-9A3E-D41D50B163A5}">
      <dgm:prSet/>
      <dgm:spPr/>
      <dgm:t>
        <a:bodyPr/>
        <a:lstStyle/>
        <a:p>
          <a:r>
            <a:rPr lang="en-US"/>
            <a:t>Player receives emergency call</a:t>
          </a:r>
        </a:p>
      </dgm:t>
    </dgm:pt>
    <dgm:pt modelId="{1630FA51-E9DC-4225-AF3E-27B73CD66753}" type="parTrans" cxnId="{1BF43FD6-FA9A-43E6-B57E-80B3C7501AE4}">
      <dgm:prSet/>
      <dgm:spPr/>
      <dgm:t>
        <a:bodyPr/>
        <a:lstStyle/>
        <a:p>
          <a:endParaRPr lang="en-US"/>
        </a:p>
      </dgm:t>
    </dgm:pt>
    <dgm:pt modelId="{85C8E41B-573E-43C1-B9B1-9F74F6E27483}" type="sibTrans" cxnId="{1BF43FD6-FA9A-43E6-B57E-80B3C7501AE4}">
      <dgm:prSet/>
      <dgm:spPr/>
      <dgm:t>
        <a:bodyPr/>
        <a:lstStyle/>
        <a:p>
          <a:endParaRPr lang="en-US"/>
        </a:p>
      </dgm:t>
    </dgm:pt>
    <dgm:pt modelId="{3A8F0AB1-379E-46F3-917D-61C439D1FF2A}">
      <dgm:prSet/>
      <dgm:spPr/>
      <dgm:t>
        <a:bodyPr/>
        <a:lstStyle/>
        <a:p>
          <a:r>
            <a:rPr lang="en-US"/>
            <a:t>System derives Incident State</a:t>
          </a:r>
        </a:p>
      </dgm:t>
    </dgm:pt>
    <dgm:pt modelId="{8BF096E6-87F4-4278-B57A-285A56ECDE39}" type="parTrans" cxnId="{710B6A62-350E-44B9-93C0-69CE3FAAFED5}">
      <dgm:prSet/>
      <dgm:spPr/>
      <dgm:t>
        <a:bodyPr/>
        <a:lstStyle/>
        <a:p>
          <a:endParaRPr lang="en-US"/>
        </a:p>
      </dgm:t>
    </dgm:pt>
    <dgm:pt modelId="{45906408-F428-4921-B2D8-E42CF8422455}" type="sibTrans" cxnId="{710B6A62-350E-44B9-93C0-69CE3FAAFED5}">
      <dgm:prSet/>
      <dgm:spPr/>
      <dgm:t>
        <a:bodyPr/>
        <a:lstStyle/>
        <a:p>
          <a:endParaRPr lang="en-US"/>
        </a:p>
      </dgm:t>
    </dgm:pt>
    <dgm:pt modelId="{4E51DF03-0573-41B7-ABB6-C4CEE1055BC6}">
      <dgm:prSet/>
      <dgm:spPr/>
      <dgm:t>
        <a:bodyPr/>
        <a:lstStyle/>
        <a:p>
          <a:r>
            <a:rPr lang="en-US" dirty="0"/>
            <a:t>System recommends loadout / briefing</a:t>
          </a:r>
        </a:p>
      </dgm:t>
    </dgm:pt>
    <dgm:pt modelId="{B8737147-589B-4E1B-9C46-E65333A3D3DD}" type="parTrans" cxnId="{0D56ED8E-5A44-4D18-ADEB-E950200C34BD}">
      <dgm:prSet/>
      <dgm:spPr/>
      <dgm:t>
        <a:bodyPr/>
        <a:lstStyle/>
        <a:p>
          <a:endParaRPr lang="en-US"/>
        </a:p>
      </dgm:t>
    </dgm:pt>
    <dgm:pt modelId="{0F8F64D2-87D2-4E5C-8794-38E37870B991}" type="sibTrans" cxnId="{0D56ED8E-5A44-4D18-ADEB-E950200C34BD}">
      <dgm:prSet/>
      <dgm:spPr/>
      <dgm:t>
        <a:bodyPr/>
        <a:lstStyle/>
        <a:p>
          <a:endParaRPr lang="en-US"/>
        </a:p>
      </dgm:t>
    </dgm:pt>
    <dgm:pt modelId="{D4A7EDA9-3EE9-49DD-8200-371AF26E00A8}">
      <dgm:prSet/>
      <dgm:spPr/>
      <dgm:t>
        <a:bodyPr/>
        <a:lstStyle/>
        <a:p>
          <a:r>
            <a:rPr lang="en-US"/>
            <a:t>Player executes mission on site</a:t>
          </a:r>
        </a:p>
      </dgm:t>
    </dgm:pt>
    <dgm:pt modelId="{25BF7269-3F6D-4213-90DE-34705C3E14FE}" type="parTrans" cxnId="{8877C754-7DE4-40D9-8C69-0D7401AA6090}">
      <dgm:prSet/>
      <dgm:spPr/>
      <dgm:t>
        <a:bodyPr/>
        <a:lstStyle/>
        <a:p>
          <a:endParaRPr lang="en-US"/>
        </a:p>
      </dgm:t>
    </dgm:pt>
    <dgm:pt modelId="{AC836800-D59F-4811-88B2-1D887DBC998C}" type="sibTrans" cxnId="{8877C754-7DE4-40D9-8C69-0D7401AA6090}">
      <dgm:prSet/>
      <dgm:spPr/>
      <dgm:t>
        <a:bodyPr/>
        <a:lstStyle/>
        <a:p>
          <a:endParaRPr lang="en-US"/>
        </a:p>
      </dgm:t>
    </dgm:pt>
    <dgm:pt modelId="{DC4D9329-C69E-46A1-B701-F263FF25EB9F}">
      <dgm:prSet/>
      <dgm:spPr/>
      <dgm:t>
        <a:bodyPr/>
        <a:lstStyle/>
        <a:p>
          <a:r>
            <a:rPr lang="en-US"/>
            <a:t>System generates score and debrief</a:t>
          </a:r>
        </a:p>
      </dgm:t>
    </dgm:pt>
    <dgm:pt modelId="{676158EE-19C0-4377-8451-E210DBC301EB}" type="parTrans" cxnId="{F5EB90C4-C847-4721-9453-BD62A37AA23C}">
      <dgm:prSet/>
      <dgm:spPr/>
      <dgm:t>
        <a:bodyPr/>
        <a:lstStyle/>
        <a:p>
          <a:endParaRPr lang="en-US"/>
        </a:p>
      </dgm:t>
    </dgm:pt>
    <dgm:pt modelId="{00911D4E-49F9-4E35-BB4A-602888F462EA}" type="sibTrans" cxnId="{F5EB90C4-C847-4721-9453-BD62A37AA23C}">
      <dgm:prSet/>
      <dgm:spPr/>
      <dgm:t>
        <a:bodyPr/>
        <a:lstStyle/>
        <a:p>
          <a:endParaRPr lang="en-US"/>
        </a:p>
      </dgm:t>
    </dgm:pt>
    <dgm:pt modelId="{F6336048-BF9D-4ACC-B10C-0068CB2B1AFF}" type="pres">
      <dgm:prSet presAssocID="{0AAB68A1-4F15-4F82-A5C7-3ABB37207483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BD6C0C01-7A9A-4D1C-A606-63BFB521D445}" type="pres">
      <dgm:prSet presAssocID="{E20EB7DD-213C-4E5C-88FA-60F2931E79FA}" presName="hierRoot1" presStyleCnt="0"/>
      <dgm:spPr/>
    </dgm:pt>
    <dgm:pt modelId="{D3777147-91C2-42EC-B735-F25CE27A215E}" type="pres">
      <dgm:prSet presAssocID="{E20EB7DD-213C-4E5C-88FA-60F2931E79FA}" presName="composite" presStyleCnt="0"/>
      <dgm:spPr/>
    </dgm:pt>
    <dgm:pt modelId="{9E1E5B2F-302C-4BF2-9060-BB0E0077A406}" type="pres">
      <dgm:prSet presAssocID="{E20EB7DD-213C-4E5C-88FA-60F2931E79FA}" presName="background" presStyleLbl="node0" presStyleIdx="0" presStyleCnt="6"/>
      <dgm:spPr/>
    </dgm:pt>
    <dgm:pt modelId="{143F875E-8550-43CE-9F81-0DE3F2E45377}" type="pres">
      <dgm:prSet presAssocID="{E20EB7DD-213C-4E5C-88FA-60F2931E79FA}" presName="text" presStyleLbl="fgAcc0" presStyleIdx="0" presStyleCnt="6">
        <dgm:presLayoutVars>
          <dgm:chPref val="3"/>
        </dgm:presLayoutVars>
      </dgm:prSet>
      <dgm:spPr/>
    </dgm:pt>
    <dgm:pt modelId="{25C8E43A-4DBE-402F-82B3-86A0A3C72886}" type="pres">
      <dgm:prSet presAssocID="{E20EB7DD-213C-4E5C-88FA-60F2931E79FA}" presName="hierChild2" presStyleCnt="0"/>
      <dgm:spPr/>
    </dgm:pt>
    <dgm:pt modelId="{0A00E922-43D9-4B88-9C2C-F24120E12C5A}" type="pres">
      <dgm:prSet presAssocID="{4789DD4F-F9BD-4A85-9A3E-D41D50B163A5}" presName="hierRoot1" presStyleCnt="0"/>
      <dgm:spPr/>
    </dgm:pt>
    <dgm:pt modelId="{113640CB-E205-4F71-A520-85A7C327ABD9}" type="pres">
      <dgm:prSet presAssocID="{4789DD4F-F9BD-4A85-9A3E-D41D50B163A5}" presName="composite" presStyleCnt="0"/>
      <dgm:spPr/>
    </dgm:pt>
    <dgm:pt modelId="{8C4E981D-6BC8-4CE0-B9C9-7E6B72BF75A0}" type="pres">
      <dgm:prSet presAssocID="{4789DD4F-F9BD-4A85-9A3E-D41D50B163A5}" presName="background" presStyleLbl="node0" presStyleIdx="1" presStyleCnt="6"/>
      <dgm:spPr/>
    </dgm:pt>
    <dgm:pt modelId="{638547AB-ED28-4137-B21F-4F044DC994E5}" type="pres">
      <dgm:prSet presAssocID="{4789DD4F-F9BD-4A85-9A3E-D41D50B163A5}" presName="text" presStyleLbl="fgAcc0" presStyleIdx="1" presStyleCnt="6">
        <dgm:presLayoutVars>
          <dgm:chPref val="3"/>
        </dgm:presLayoutVars>
      </dgm:prSet>
      <dgm:spPr/>
    </dgm:pt>
    <dgm:pt modelId="{07F05E1E-666B-43C8-8302-AF82A66719F7}" type="pres">
      <dgm:prSet presAssocID="{4789DD4F-F9BD-4A85-9A3E-D41D50B163A5}" presName="hierChild2" presStyleCnt="0"/>
      <dgm:spPr/>
    </dgm:pt>
    <dgm:pt modelId="{214A3AF6-39D6-4D16-9A30-BA1A16422725}" type="pres">
      <dgm:prSet presAssocID="{3A8F0AB1-379E-46F3-917D-61C439D1FF2A}" presName="hierRoot1" presStyleCnt="0"/>
      <dgm:spPr/>
    </dgm:pt>
    <dgm:pt modelId="{02459FA8-70F5-4093-888B-3D07B8F24B6F}" type="pres">
      <dgm:prSet presAssocID="{3A8F0AB1-379E-46F3-917D-61C439D1FF2A}" presName="composite" presStyleCnt="0"/>
      <dgm:spPr/>
    </dgm:pt>
    <dgm:pt modelId="{72DBA092-C571-40B7-A373-DCB9EAD92C1B}" type="pres">
      <dgm:prSet presAssocID="{3A8F0AB1-379E-46F3-917D-61C439D1FF2A}" presName="background" presStyleLbl="node0" presStyleIdx="2" presStyleCnt="6"/>
      <dgm:spPr/>
    </dgm:pt>
    <dgm:pt modelId="{B1903D68-D1B1-4F3F-945F-F4A33692D42D}" type="pres">
      <dgm:prSet presAssocID="{3A8F0AB1-379E-46F3-917D-61C439D1FF2A}" presName="text" presStyleLbl="fgAcc0" presStyleIdx="2" presStyleCnt="6">
        <dgm:presLayoutVars>
          <dgm:chPref val="3"/>
        </dgm:presLayoutVars>
      </dgm:prSet>
      <dgm:spPr/>
    </dgm:pt>
    <dgm:pt modelId="{0633453E-3745-432F-8D8B-743C7E646CC1}" type="pres">
      <dgm:prSet presAssocID="{3A8F0AB1-379E-46F3-917D-61C439D1FF2A}" presName="hierChild2" presStyleCnt="0"/>
      <dgm:spPr/>
    </dgm:pt>
    <dgm:pt modelId="{BB6258CF-B56B-459D-9039-65BBFB99753D}" type="pres">
      <dgm:prSet presAssocID="{4E51DF03-0573-41B7-ABB6-C4CEE1055BC6}" presName="hierRoot1" presStyleCnt="0"/>
      <dgm:spPr/>
    </dgm:pt>
    <dgm:pt modelId="{C247AF9A-071B-4B61-97D6-4C6C7324A9AF}" type="pres">
      <dgm:prSet presAssocID="{4E51DF03-0573-41B7-ABB6-C4CEE1055BC6}" presName="composite" presStyleCnt="0"/>
      <dgm:spPr/>
    </dgm:pt>
    <dgm:pt modelId="{7C6918AD-A763-4A4B-BC70-F018A9DA9AC5}" type="pres">
      <dgm:prSet presAssocID="{4E51DF03-0573-41B7-ABB6-C4CEE1055BC6}" presName="background" presStyleLbl="node0" presStyleIdx="3" presStyleCnt="6"/>
      <dgm:spPr/>
    </dgm:pt>
    <dgm:pt modelId="{2233B38C-C79B-4A75-95CD-89EFC6978506}" type="pres">
      <dgm:prSet presAssocID="{4E51DF03-0573-41B7-ABB6-C4CEE1055BC6}" presName="text" presStyleLbl="fgAcc0" presStyleIdx="3" presStyleCnt="6">
        <dgm:presLayoutVars>
          <dgm:chPref val="3"/>
        </dgm:presLayoutVars>
      </dgm:prSet>
      <dgm:spPr/>
    </dgm:pt>
    <dgm:pt modelId="{606A099D-65EA-4D36-BDA0-98822355BC67}" type="pres">
      <dgm:prSet presAssocID="{4E51DF03-0573-41B7-ABB6-C4CEE1055BC6}" presName="hierChild2" presStyleCnt="0"/>
      <dgm:spPr/>
    </dgm:pt>
    <dgm:pt modelId="{79C012A8-EF44-481A-AEAA-40A55B753CC4}" type="pres">
      <dgm:prSet presAssocID="{D4A7EDA9-3EE9-49DD-8200-371AF26E00A8}" presName="hierRoot1" presStyleCnt="0"/>
      <dgm:spPr/>
    </dgm:pt>
    <dgm:pt modelId="{CDEE2D92-8C89-4336-9F71-2117354F833A}" type="pres">
      <dgm:prSet presAssocID="{D4A7EDA9-3EE9-49DD-8200-371AF26E00A8}" presName="composite" presStyleCnt="0"/>
      <dgm:spPr/>
    </dgm:pt>
    <dgm:pt modelId="{49E067D2-4819-47C0-80FF-8D587418DE59}" type="pres">
      <dgm:prSet presAssocID="{D4A7EDA9-3EE9-49DD-8200-371AF26E00A8}" presName="background" presStyleLbl="node0" presStyleIdx="4" presStyleCnt="6"/>
      <dgm:spPr/>
    </dgm:pt>
    <dgm:pt modelId="{C87749F1-78F0-44ED-8BA1-62FDFA67D41D}" type="pres">
      <dgm:prSet presAssocID="{D4A7EDA9-3EE9-49DD-8200-371AF26E00A8}" presName="text" presStyleLbl="fgAcc0" presStyleIdx="4" presStyleCnt="6">
        <dgm:presLayoutVars>
          <dgm:chPref val="3"/>
        </dgm:presLayoutVars>
      </dgm:prSet>
      <dgm:spPr/>
    </dgm:pt>
    <dgm:pt modelId="{CB0E4957-8FD8-4AAD-9860-F6641A409659}" type="pres">
      <dgm:prSet presAssocID="{D4A7EDA9-3EE9-49DD-8200-371AF26E00A8}" presName="hierChild2" presStyleCnt="0"/>
      <dgm:spPr/>
    </dgm:pt>
    <dgm:pt modelId="{28A91366-901E-4D89-AF21-D93ACD959B5F}" type="pres">
      <dgm:prSet presAssocID="{DC4D9329-C69E-46A1-B701-F263FF25EB9F}" presName="hierRoot1" presStyleCnt="0"/>
      <dgm:spPr/>
    </dgm:pt>
    <dgm:pt modelId="{D74FA452-C590-482A-A9A7-A89EAD9A9451}" type="pres">
      <dgm:prSet presAssocID="{DC4D9329-C69E-46A1-B701-F263FF25EB9F}" presName="composite" presStyleCnt="0"/>
      <dgm:spPr/>
    </dgm:pt>
    <dgm:pt modelId="{1A89E5CA-5707-474A-AF24-99C068A9266B}" type="pres">
      <dgm:prSet presAssocID="{DC4D9329-C69E-46A1-B701-F263FF25EB9F}" presName="background" presStyleLbl="node0" presStyleIdx="5" presStyleCnt="6"/>
      <dgm:spPr/>
    </dgm:pt>
    <dgm:pt modelId="{5236D969-6E44-4DFA-846B-5EE58D45DD9C}" type="pres">
      <dgm:prSet presAssocID="{DC4D9329-C69E-46A1-B701-F263FF25EB9F}" presName="text" presStyleLbl="fgAcc0" presStyleIdx="5" presStyleCnt="6">
        <dgm:presLayoutVars>
          <dgm:chPref val="3"/>
        </dgm:presLayoutVars>
      </dgm:prSet>
      <dgm:spPr/>
    </dgm:pt>
    <dgm:pt modelId="{F421FDAD-5562-4698-910E-331CD011713C}" type="pres">
      <dgm:prSet presAssocID="{DC4D9329-C69E-46A1-B701-F263FF25EB9F}" presName="hierChild2" presStyleCnt="0"/>
      <dgm:spPr/>
    </dgm:pt>
  </dgm:ptLst>
  <dgm:cxnLst>
    <dgm:cxn modelId="{82C7B009-2609-48B9-9FCD-F482D0AA3979}" type="presOf" srcId="{4E51DF03-0573-41B7-ABB6-C4CEE1055BC6}" destId="{2233B38C-C79B-4A75-95CD-89EFC6978506}" srcOrd="0" destOrd="0" presId="urn:microsoft.com/office/officeart/2005/8/layout/hierarchy1"/>
    <dgm:cxn modelId="{D8DFA022-0168-4EDB-AB43-1358E5F45CFE}" type="presOf" srcId="{0AAB68A1-4F15-4F82-A5C7-3ABB37207483}" destId="{F6336048-BF9D-4ACC-B10C-0068CB2B1AFF}" srcOrd="0" destOrd="0" presId="urn:microsoft.com/office/officeart/2005/8/layout/hierarchy1"/>
    <dgm:cxn modelId="{710B6A62-350E-44B9-93C0-69CE3FAAFED5}" srcId="{0AAB68A1-4F15-4F82-A5C7-3ABB37207483}" destId="{3A8F0AB1-379E-46F3-917D-61C439D1FF2A}" srcOrd="2" destOrd="0" parTransId="{8BF096E6-87F4-4278-B57A-285A56ECDE39}" sibTransId="{45906408-F428-4921-B2D8-E42CF8422455}"/>
    <dgm:cxn modelId="{0019A06B-34D0-4543-A5EF-BCF32A98DFF9}" type="presOf" srcId="{E20EB7DD-213C-4E5C-88FA-60F2931E79FA}" destId="{143F875E-8550-43CE-9F81-0DE3F2E45377}" srcOrd="0" destOrd="0" presId="urn:microsoft.com/office/officeart/2005/8/layout/hierarchy1"/>
    <dgm:cxn modelId="{8877C754-7DE4-40D9-8C69-0D7401AA6090}" srcId="{0AAB68A1-4F15-4F82-A5C7-3ABB37207483}" destId="{D4A7EDA9-3EE9-49DD-8200-371AF26E00A8}" srcOrd="4" destOrd="0" parTransId="{25BF7269-3F6D-4213-90DE-34705C3E14FE}" sibTransId="{AC836800-D59F-4811-88B2-1D887DBC998C}"/>
    <dgm:cxn modelId="{7823A880-2478-4C67-9556-0DA0577B97D8}" type="presOf" srcId="{DC4D9329-C69E-46A1-B701-F263FF25EB9F}" destId="{5236D969-6E44-4DFA-846B-5EE58D45DD9C}" srcOrd="0" destOrd="0" presId="urn:microsoft.com/office/officeart/2005/8/layout/hierarchy1"/>
    <dgm:cxn modelId="{0D56ED8E-5A44-4D18-ADEB-E950200C34BD}" srcId="{0AAB68A1-4F15-4F82-A5C7-3ABB37207483}" destId="{4E51DF03-0573-41B7-ABB6-C4CEE1055BC6}" srcOrd="3" destOrd="0" parTransId="{B8737147-589B-4E1B-9C46-E65333A3D3DD}" sibTransId="{0F8F64D2-87D2-4E5C-8794-38E37870B991}"/>
    <dgm:cxn modelId="{F5EB90C4-C847-4721-9453-BD62A37AA23C}" srcId="{0AAB68A1-4F15-4F82-A5C7-3ABB37207483}" destId="{DC4D9329-C69E-46A1-B701-F263FF25EB9F}" srcOrd="5" destOrd="0" parTransId="{676158EE-19C0-4377-8451-E210DBC301EB}" sibTransId="{00911D4E-49F9-4E35-BB4A-602888F462EA}"/>
    <dgm:cxn modelId="{1BF43FD6-FA9A-43E6-B57E-80B3C7501AE4}" srcId="{0AAB68A1-4F15-4F82-A5C7-3ABB37207483}" destId="{4789DD4F-F9BD-4A85-9A3E-D41D50B163A5}" srcOrd="1" destOrd="0" parTransId="{1630FA51-E9DC-4225-AF3E-27B73CD66753}" sibTransId="{85C8E41B-573E-43C1-B9B1-9F74F6E27483}"/>
    <dgm:cxn modelId="{4E3322D9-2C74-44DC-B271-8F8796256B1B}" type="presOf" srcId="{D4A7EDA9-3EE9-49DD-8200-371AF26E00A8}" destId="{C87749F1-78F0-44ED-8BA1-62FDFA67D41D}" srcOrd="0" destOrd="0" presId="urn:microsoft.com/office/officeart/2005/8/layout/hierarchy1"/>
    <dgm:cxn modelId="{0BC640DC-905E-4CED-A56A-761B12BD5001}" type="presOf" srcId="{3A8F0AB1-379E-46F3-917D-61C439D1FF2A}" destId="{B1903D68-D1B1-4F3F-945F-F4A33692D42D}" srcOrd="0" destOrd="0" presId="urn:microsoft.com/office/officeart/2005/8/layout/hierarchy1"/>
    <dgm:cxn modelId="{A89B36F2-1145-4717-BFC0-C03EBC7F3E91}" srcId="{0AAB68A1-4F15-4F82-A5C7-3ABB37207483}" destId="{E20EB7DD-213C-4E5C-88FA-60F2931E79FA}" srcOrd="0" destOrd="0" parTransId="{502D1110-2273-4749-A3D4-521851E81BF0}" sibTransId="{08351768-0F2D-4D13-8AF8-279995433801}"/>
    <dgm:cxn modelId="{35715FFE-99C2-43E7-9E11-F49E6EB87887}" type="presOf" srcId="{4789DD4F-F9BD-4A85-9A3E-D41D50B163A5}" destId="{638547AB-ED28-4137-B21F-4F044DC994E5}" srcOrd="0" destOrd="0" presId="urn:microsoft.com/office/officeart/2005/8/layout/hierarchy1"/>
    <dgm:cxn modelId="{69B03CB2-F972-4438-B942-C545FECA7076}" type="presParOf" srcId="{F6336048-BF9D-4ACC-B10C-0068CB2B1AFF}" destId="{BD6C0C01-7A9A-4D1C-A606-63BFB521D445}" srcOrd="0" destOrd="0" presId="urn:microsoft.com/office/officeart/2005/8/layout/hierarchy1"/>
    <dgm:cxn modelId="{7D466E1A-AD21-44A6-8F47-586B662CC14B}" type="presParOf" srcId="{BD6C0C01-7A9A-4D1C-A606-63BFB521D445}" destId="{D3777147-91C2-42EC-B735-F25CE27A215E}" srcOrd="0" destOrd="0" presId="urn:microsoft.com/office/officeart/2005/8/layout/hierarchy1"/>
    <dgm:cxn modelId="{16389BEA-2E24-4698-BA99-0ADE65A23511}" type="presParOf" srcId="{D3777147-91C2-42EC-B735-F25CE27A215E}" destId="{9E1E5B2F-302C-4BF2-9060-BB0E0077A406}" srcOrd="0" destOrd="0" presId="urn:microsoft.com/office/officeart/2005/8/layout/hierarchy1"/>
    <dgm:cxn modelId="{3904D4D7-8516-4AEE-9818-98EEDFC6B76B}" type="presParOf" srcId="{D3777147-91C2-42EC-B735-F25CE27A215E}" destId="{143F875E-8550-43CE-9F81-0DE3F2E45377}" srcOrd="1" destOrd="0" presId="urn:microsoft.com/office/officeart/2005/8/layout/hierarchy1"/>
    <dgm:cxn modelId="{1464DA4B-9D07-4C4E-AA42-56BA216BF879}" type="presParOf" srcId="{BD6C0C01-7A9A-4D1C-A606-63BFB521D445}" destId="{25C8E43A-4DBE-402F-82B3-86A0A3C72886}" srcOrd="1" destOrd="0" presId="urn:microsoft.com/office/officeart/2005/8/layout/hierarchy1"/>
    <dgm:cxn modelId="{7F47627A-32DD-4E30-B6BD-66178FE57583}" type="presParOf" srcId="{F6336048-BF9D-4ACC-B10C-0068CB2B1AFF}" destId="{0A00E922-43D9-4B88-9C2C-F24120E12C5A}" srcOrd="1" destOrd="0" presId="urn:microsoft.com/office/officeart/2005/8/layout/hierarchy1"/>
    <dgm:cxn modelId="{7C4A9486-1F1B-4C16-B480-A6DE60803584}" type="presParOf" srcId="{0A00E922-43D9-4B88-9C2C-F24120E12C5A}" destId="{113640CB-E205-4F71-A520-85A7C327ABD9}" srcOrd="0" destOrd="0" presId="urn:microsoft.com/office/officeart/2005/8/layout/hierarchy1"/>
    <dgm:cxn modelId="{5B453D4D-87C7-49EB-B595-AF826457D26C}" type="presParOf" srcId="{113640CB-E205-4F71-A520-85A7C327ABD9}" destId="{8C4E981D-6BC8-4CE0-B9C9-7E6B72BF75A0}" srcOrd="0" destOrd="0" presId="urn:microsoft.com/office/officeart/2005/8/layout/hierarchy1"/>
    <dgm:cxn modelId="{7535043D-43DD-4ACA-B221-C66F39380FA4}" type="presParOf" srcId="{113640CB-E205-4F71-A520-85A7C327ABD9}" destId="{638547AB-ED28-4137-B21F-4F044DC994E5}" srcOrd="1" destOrd="0" presId="urn:microsoft.com/office/officeart/2005/8/layout/hierarchy1"/>
    <dgm:cxn modelId="{BE312E55-42FA-4334-8951-1E88BE350796}" type="presParOf" srcId="{0A00E922-43D9-4B88-9C2C-F24120E12C5A}" destId="{07F05E1E-666B-43C8-8302-AF82A66719F7}" srcOrd="1" destOrd="0" presId="urn:microsoft.com/office/officeart/2005/8/layout/hierarchy1"/>
    <dgm:cxn modelId="{0F1E2709-F156-412E-8998-67BA349A602D}" type="presParOf" srcId="{F6336048-BF9D-4ACC-B10C-0068CB2B1AFF}" destId="{214A3AF6-39D6-4D16-9A30-BA1A16422725}" srcOrd="2" destOrd="0" presId="urn:microsoft.com/office/officeart/2005/8/layout/hierarchy1"/>
    <dgm:cxn modelId="{2A9A0232-9CC0-4BEA-AB49-8BC8930C2813}" type="presParOf" srcId="{214A3AF6-39D6-4D16-9A30-BA1A16422725}" destId="{02459FA8-70F5-4093-888B-3D07B8F24B6F}" srcOrd="0" destOrd="0" presId="urn:microsoft.com/office/officeart/2005/8/layout/hierarchy1"/>
    <dgm:cxn modelId="{F709EC12-09DC-4C5C-A8E4-5BEE1310D43D}" type="presParOf" srcId="{02459FA8-70F5-4093-888B-3D07B8F24B6F}" destId="{72DBA092-C571-40B7-A373-DCB9EAD92C1B}" srcOrd="0" destOrd="0" presId="urn:microsoft.com/office/officeart/2005/8/layout/hierarchy1"/>
    <dgm:cxn modelId="{83A7DC76-435B-4642-8C8C-DF6706305F18}" type="presParOf" srcId="{02459FA8-70F5-4093-888B-3D07B8F24B6F}" destId="{B1903D68-D1B1-4F3F-945F-F4A33692D42D}" srcOrd="1" destOrd="0" presId="urn:microsoft.com/office/officeart/2005/8/layout/hierarchy1"/>
    <dgm:cxn modelId="{ACD0DC5C-0DE9-423E-A966-B9F866DC9320}" type="presParOf" srcId="{214A3AF6-39D6-4D16-9A30-BA1A16422725}" destId="{0633453E-3745-432F-8D8B-743C7E646CC1}" srcOrd="1" destOrd="0" presId="urn:microsoft.com/office/officeart/2005/8/layout/hierarchy1"/>
    <dgm:cxn modelId="{5E75D92B-43B2-468A-8C2D-022CEDE74304}" type="presParOf" srcId="{F6336048-BF9D-4ACC-B10C-0068CB2B1AFF}" destId="{BB6258CF-B56B-459D-9039-65BBFB99753D}" srcOrd="3" destOrd="0" presId="urn:microsoft.com/office/officeart/2005/8/layout/hierarchy1"/>
    <dgm:cxn modelId="{79EC764F-B9A4-4B56-89D9-CFC733E6214D}" type="presParOf" srcId="{BB6258CF-B56B-459D-9039-65BBFB99753D}" destId="{C247AF9A-071B-4B61-97D6-4C6C7324A9AF}" srcOrd="0" destOrd="0" presId="urn:microsoft.com/office/officeart/2005/8/layout/hierarchy1"/>
    <dgm:cxn modelId="{E14E7FBD-618E-4D67-8778-AC345247993C}" type="presParOf" srcId="{C247AF9A-071B-4B61-97D6-4C6C7324A9AF}" destId="{7C6918AD-A763-4A4B-BC70-F018A9DA9AC5}" srcOrd="0" destOrd="0" presId="urn:microsoft.com/office/officeart/2005/8/layout/hierarchy1"/>
    <dgm:cxn modelId="{716EBA64-4CF3-46B0-ABC4-5351FBEEDFFC}" type="presParOf" srcId="{C247AF9A-071B-4B61-97D6-4C6C7324A9AF}" destId="{2233B38C-C79B-4A75-95CD-89EFC6978506}" srcOrd="1" destOrd="0" presId="urn:microsoft.com/office/officeart/2005/8/layout/hierarchy1"/>
    <dgm:cxn modelId="{26D19D17-9DC0-49CD-8464-01B25BB28A4B}" type="presParOf" srcId="{BB6258CF-B56B-459D-9039-65BBFB99753D}" destId="{606A099D-65EA-4D36-BDA0-98822355BC67}" srcOrd="1" destOrd="0" presId="urn:microsoft.com/office/officeart/2005/8/layout/hierarchy1"/>
    <dgm:cxn modelId="{482595DF-B32F-4559-9D00-63CA0F42E873}" type="presParOf" srcId="{F6336048-BF9D-4ACC-B10C-0068CB2B1AFF}" destId="{79C012A8-EF44-481A-AEAA-40A55B753CC4}" srcOrd="4" destOrd="0" presId="urn:microsoft.com/office/officeart/2005/8/layout/hierarchy1"/>
    <dgm:cxn modelId="{B2D70B25-DC7E-4175-AC21-8C1505BE280F}" type="presParOf" srcId="{79C012A8-EF44-481A-AEAA-40A55B753CC4}" destId="{CDEE2D92-8C89-4336-9F71-2117354F833A}" srcOrd="0" destOrd="0" presId="urn:microsoft.com/office/officeart/2005/8/layout/hierarchy1"/>
    <dgm:cxn modelId="{D20DF792-05FE-4C11-891F-9ED2DED38F6B}" type="presParOf" srcId="{CDEE2D92-8C89-4336-9F71-2117354F833A}" destId="{49E067D2-4819-47C0-80FF-8D587418DE59}" srcOrd="0" destOrd="0" presId="urn:microsoft.com/office/officeart/2005/8/layout/hierarchy1"/>
    <dgm:cxn modelId="{846FC335-2D0F-4109-B8A1-B33E30F4645D}" type="presParOf" srcId="{CDEE2D92-8C89-4336-9F71-2117354F833A}" destId="{C87749F1-78F0-44ED-8BA1-62FDFA67D41D}" srcOrd="1" destOrd="0" presId="urn:microsoft.com/office/officeart/2005/8/layout/hierarchy1"/>
    <dgm:cxn modelId="{316ED785-9B07-478C-8E4A-83697B643A2D}" type="presParOf" srcId="{79C012A8-EF44-481A-AEAA-40A55B753CC4}" destId="{CB0E4957-8FD8-4AAD-9860-F6641A409659}" srcOrd="1" destOrd="0" presId="urn:microsoft.com/office/officeart/2005/8/layout/hierarchy1"/>
    <dgm:cxn modelId="{7297E219-6B06-4740-B79D-23477E390DF0}" type="presParOf" srcId="{F6336048-BF9D-4ACC-B10C-0068CB2B1AFF}" destId="{28A91366-901E-4D89-AF21-D93ACD959B5F}" srcOrd="5" destOrd="0" presId="urn:microsoft.com/office/officeart/2005/8/layout/hierarchy1"/>
    <dgm:cxn modelId="{B9776006-F450-4622-BAF0-762CD63E88A5}" type="presParOf" srcId="{28A91366-901E-4D89-AF21-D93ACD959B5F}" destId="{D74FA452-C590-482A-A9A7-A89EAD9A9451}" srcOrd="0" destOrd="0" presId="urn:microsoft.com/office/officeart/2005/8/layout/hierarchy1"/>
    <dgm:cxn modelId="{D722133A-D47F-499D-9A4C-731AAE43B27E}" type="presParOf" srcId="{D74FA452-C590-482A-A9A7-A89EAD9A9451}" destId="{1A89E5CA-5707-474A-AF24-99C068A9266B}" srcOrd="0" destOrd="0" presId="urn:microsoft.com/office/officeart/2005/8/layout/hierarchy1"/>
    <dgm:cxn modelId="{B1D03AE4-06FA-424A-AF27-A7B7C55F8019}" type="presParOf" srcId="{D74FA452-C590-482A-A9A7-A89EAD9A9451}" destId="{5236D969-6E44-4DFA-846B-5EE58D45DD9C}" srcOrd="1" destOrd="0" presId="urn:microsoft.com/office/officeart/2005/8/layout/hierarchy1"/>
    <dgm:cxn modelId="{335F0055-C83C-4822-8454-85C5664A1505}" type="presParOf" srcId="{28A91366-901E-4D89-AF21-D93ACD959B5F}" destId="{F421FDAD-5562-4698-910E-331CD011713C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FB4D358-C4A7-4949-84E9-C2BA826E999D}">
      <dsp:nvSpPr>
        <dsp:cNvPr id="0" name=""/>
        <dsp:cNvSpPr/>
      </dsp:nvSpPr>
      <dsp:spPr>
        <a:xfrm>
          <a:off x="0" y="0"/>
          <a:ext cx="91440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CAC49B-755B-4959-BE63-AA62757573E3}">
      <dsp:nvSpPr>
        <dsp:cNvPr id="0" name=""/>
        <dsp:cNvSpPr/>
      </dsp:nvSpPr>
      <dsp:spPr>
        <a:xfrm>
          <a:off x="0" y="0"/>
          <a:ext cx="1828800" cy="22621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Functional</a:t>
          </a:r>
          <a:endParaRPr lang="en-US" sz="2400" kern="12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sp:txBody>
      <dsp:txXfrm>
        <a:off x="0" y="0"/>
        <a:ext cx="1828800" cy="2262157"/>
      </dsp:txXfrm>
    </dsp:sp>
    <dsp:sp modelId="{6C9357CF-4834-4907-8B3A-807F9AB25DF0}">
      <dsp:nvSpPr>
        <dsp:cNvPr id="0" name=""/>
        <dsp:cNvSpPr/>
      </dsp:nvSpPr>
      <dsp:spPr>
        <a:xfrm>
          <a:off x="1965960" y="17811"/>
          <a:ext cx="7178040" cy="3562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Scenario selection</a:t>
          </a:r>
        </a:p>
      </dsp:txBody>
      <dsp:txXfrm>
        <a:off x="1965960" y="17811"/>
        <a:ext cx="7178040" cy="356223"/>
      </dsp:txXfrm>
    </dsp:sp>
    <dsp:sp modelId="{1C33454F-9B4A-4201-8BC7-25825AC9CDF4}">
      <dsp:nvSpPr>
        <dsp:cNvPr id="0" name=""/>
        <dsp:cNvSpPr/>
      </dsp:nvSpPr>
      <dsp:spPr>
        <a:xfrm>
          <a:off x="1828800" y="374034"/>
          <a:ext cx="73152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009A903-E4A0-4598-9825-E19E2C82D2AC}">
      <dsp:nvSpPr>
        <dsp:cNvPr id="0" name=""/>
        <dsp:cNvSpPr/>
      </dsp:nvSpPr>
      <dsp:spPr>
        <a:xfrm>
          <a:off x="1965960" y="391845"/>
          <a:ext cx="7178040" cy="3562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Call Phase with bounded questions</a:t>
          </a:r>
        </a:p>
      </dsp:txBody>
      <dsp:txXfrm>
        <a:off x="1965960" y="391845"/>
        <a:ext cx="7178040" cy="356223"/>
      </dsp:txXfrm>
    </dsp:sp>
    <dsp:sp modelId="{21C93010-DAE7-4B1E-A0AB-A6E3D4F8C2BB}">
      <dsp:nvSpPr>
        <dsp:cNvPr id="0" name=""/>
        <dsp:cNvSpPr/>
      </dsp:nvSpPr>
      <dsp:spPr>
        <a:xfrm>
          <a:off x="1828800" y="748069"/>
          <a:ext cx="73152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BC8FDB-2824-4728-867B-A7472BFA2496}">
      <dsp:nvSpPr>
        <dsp:cNvPr id="0" name=""/>
        <dsp:cNvSpPr/>
      </dsp:nvSpPr>
      <dsp:spPr>
        <a:xfrm>
          <a:off x="1965960" y="765880"/>
          <a:ext cx="7178040" cy="3562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Incident State mapping</a:t>
          </a:r>
        </a:p>
      </dsp:txBody>
      <dsp:txXfrm>
        <a:off x="1965960" y="765880"/>
        <a:ext cx="7178040" cy="356223"/>
      </dsp:txXfrm>
    </dsp:sp>
    <dsp:sp modelId="{84EEB515-2EB3-4C2B-B7E4-5BF2084B4C51}">
      <dsp:nvSpPr>
        <dsp:cNvPr id="0" name=""/>
        <dsp:cNvSpPr/>
      </dsp:nvSpPr>
      <dsp:spPr>
        <a:xfrm>
          <a:off x="1828800" y="1122104"/>
          <a:ext cx="73152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FA3321A-C97C-42FD-8AF6-DAB4D7FEB285}">
      <dsp:nvSpPr>
        <dsp:cNvPr id="0" name=""/>
        <dsp:cNvSpPr/>
      </dsp:nvSpPr>
      <dsp:spPr>
        <a:xfrm>
          <a:off x="1965960" y="1139915"/>
          <a:ext cx="7178040" cy="3562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On-site interaction and mission execution</a:t>
          </a:r>
        </a:p>
      </dsp:txBody>
      <dsp:txXfrm>
        <a:off x="1965960" y="1139915"/>
        <a:ext cx="7178040" cy="356223"/>
      </dsp:txXfrm>
    </dsp:sp>
    <dsp:sp modelId="{0C413B77-C6A8-4A35-9EAD-ED1606731271}">
      <dsp:nvSpPr>
        <dsp:cNvPr id="0" name=""/>
        <dsp:cNvSpPr/>
      </dsp:nvSpPr>
      <dsp:spPr>
        <a:xfrm>
          <a:off x="1828800" y="1496138"/>
          <a:ext cx="73152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42FA215-A0CD-4ACC-A1B7-1A6A0535A2F4}">
      <dsp:nvSpPr>
        <dsp:cNvPr id="0" name=""/>
        <dsp:cNvSpPr/>
      </dsp:nvSpPr>
      <dsp:spPr>
        <a:xfrm>
          <a:off x="1965960" y="1513950"/>
          <a:ext cx="7178040" cy="3562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Bot commands</a:t>
          </a:r>
        </a:p>
      </dsp:txBody>
      <dsp:txXfrm>
        <a:off x="1965960" y="1513950"/>
        <a:ext cx="7178040" cy="356223"/>
      </dsp:txXfrm>
    </dsp:sp>
    <dsp:sp modelId="{B1DCBD06-4C29-4904-8D45-4E9B8D2C14AE}">
      <dsp:nvSpPr>
        <dsp:cNvPr id="0" name=""/>
        <dsp:cNvSpPr/>
      </dsp:nvSpPr>
      <dsp:spPr>
        <a:xfrm>
          <a:off x="1828800" y="1870173"/>
          <a:ext cx="73152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4DD85B-1C7D-4C7C-A262-0B09B6D05894}">
      <dsp:nvSpPr>
        <dsp:cNvPr id="0" name=""/>
        <dsp:cNvSpPr/>
      </dsp:nvSpPr>
      <dsp:spPr>
        <a:xfrm>
          <a:off x="1965960" y="1887984"/>
          <a:ext cx="7178040" cy="3562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Debrief and local telemetry</a:t>
          </a:r>
        </a:p>
      </dsp:txBody>
      <dsp:txXfrm>
        <a:off x="1965960" y="1887984"/>
        <a:ext cx="7178040" cy="356223"/>
      </dsp:txXfrm>
    </dsp:sp>
    <dsp:sp modelId="{5031BF26-F3D3-4062-A57C-9812BC2EEC38}">
      <dsp:nvSpPr>
        <dsp:cNvPr id="0" name=""/>
        <dsp:cNvSpPr/>
      </dsp:nvSpPr>
      <dsp:spPr>
        <a:xfrm>
          <a:off x="1828800" y="2244208"/>
          <a:ext cx="73152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4D74F8B-C32D-4A9F-86F2-9EF67181C095}">
      <dsp:nvSpPr>
        <dsp:cNvPr id="0" name=""/>
        <dsp:cNvSpPr/>
      </dsp:nvSpPr>
      <dsp:spPr>
        <a:xfrm>
          <a:off x="0" y="2262157"/>
          <a:ext cx="91440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8A8C1B-2C86-4479-A381-D0627130A6C1}">
      <dsp:nvSpPr>
        <dsp:cNvPr id="0" name=""/>
        <dsp:cNvSpPr/>
      </dsp:nvSpPr>
      <dsp:spPr>
        <a:xfrm>
          <a:off x="0" y="2262157"/>
          <a:ext cx="1828800" cy="22621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Non-Functional</a:t>
          </a:r>
          <a:endParaRPr lang="en-US" sz="2400" kern="12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sp:txBody>
      <dsp:txXfrm>
        <a:off x="0" y="2262157"/>
        <a:ext cx="1828800" cy="2262157"/>
      </dsp:txXfrm>
    </dsp:sp>
    <dsp:sp modelId="{87E73EAF-87B8-4A34-BD20-054B9E726141}">
      <dsp:nvSpPr>
        <dsp:cNvPr id="0" name=""/>
        <dsp:cNvSpPr/>
      </dsp:nvSpPr>
      <dsp:spPr>
        <a:xfrm>
          <a:off x="1965960" y="2288750"/>
          <a:ext cx="7178040" cy="5318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Average 60 FPS, minimum 30 FPS</a:t>
          </a:r>
        </a:p>
      </dsp:txBody>
      <dsp:txXfrm>
        <a:off x="1965960" y="2288750"/>
        <a:ext cx="7178040" cy="531850"/>
      </dsp:txXfrm>
    </dsp:sp>
    <dsp:sp modelId="{A8E6F484-BE34-495B-8266-92738087DF74}">
      <dsp:nvSpPr>
        <dsp:cNvPr id="0" name=""/>
        <dsp:cNvSpPr/>
      </dsp:nvSpPr>
      <dsp:spPr>
        <a:xfrm>
          <a:off x="1828800" y="2820600"/>
          <a:ext cx="73152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25A54B4-628D-4E85-8300-5C7D186BD678}">
      <dsp:nvSpPr>
        <dsp:cNvPr id="0" name=""/>
        <dsp:cNvSpPr/>
      </dsp:nvSpPr>
      <dsp:spPr>
        <a:xfrm>
          <a:off x="1965960" y="2847192"/>
          <a:ext cx="7178040" cy="5318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Stability across repeated core-loop runs</a:t>
          </a:r>
        </a:p>
      </dsp:txBody>
      <dsp:txXfrm>
        <a:off x="1965960" y="2847192"/>
        <a:ext cx="7178040" cy="531850"/>
      </dsp:txXfrm>
    </dsp:sp>
    <dsp:sp modelId="{AFC09285-658C-4B57-9FE3-709950558BF8}">
      <dsp:nvSpPr>
        <dsp:cNvPr id="0" name=""/>
        <dsp:cNvSpPr/>
      </dsp:nvSpPr>
      <dsp:spPr>
        <a:xfrm>
          <a:off x="1828800" y="3379042"/>
          <a:ext cx="73152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74617C2-01C1-4F32-AAC7-4AC3F787944F}">
      <dsp:nvSpPr>
        <dsp:cNvPr id="0" name=""/>
        <dsp:cNvSpPr/>
      </dsp:nvSpPr>
      <dsp:spPr>
        <a:xfrm>
          <a:off x="1965960" y="3405635"/>
          <a:ext cx="7178040" cy="5318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Maintainability through data-driven configuration</a:t>
          </a:r>
        </a:p>
      </dsp:txBody>
      <dsp:txXfrm>
        <a:off x="1965960" y="3405635"/>
        <a:ext cx="7178040" cy="531850"/>
      </dsp:txXfrm>
    </dsp:sp>
    <dsp:sp modelId="{5921DC8C-22B7-49CC-93D1-450AFBF3A058}">
      <dsp:nvSpPr>
        <dsp:cNvPr id="0" name=""/>
        <dsp:cNvSpPr/>
      </dsp:nvSpPr>
      <dsp:spPr>
        <a:xfrm>
          <a:off x="1828800" y="3937485"/>
          <a:ext cx="73152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1E2A59F-80CC-4F38-A1F0-F77FBFD8C791}">
      <dsp:nvSpPr>
        <dsp:cNvPr id="0" name=""/>
        <dsp:cNvSpPr/>
      </dsp:nvSpPr>
      <dsp:spPr>
        <a:xfrm>
          <a:off x="1965960" y="3964077"/>
          <a:ext cx="7178040" cy="5318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Learnability for new players</a:t>
          </a:r>
        </a:p>
      </dsp:txBody>
      <dsp:txXfrm>
        <a:off x="1965960" y="3964077"/>
        <a:ext cx="7178040" cy="531850"/>
      </dsp:txXfrm>
    </dsp:sp>
    <dsp:sp modelId="{A5F2104D-11C9-4609-BCBA-BB5413917DE0}">
      <dsp:nvSpPr>
        <dsp:cNvPr id="0" name=""/>
        <dsp:cNvSpPr/>
      </dsp:nvSpPr>
      <dsp:spPr>
        <a:xfrm>
          <a:off x="1828800" y="4495927"/>
          <a:ext cx="73152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E1E5B2F-302C-4BF2-9060-BB0E0077A406}">
      <dsp:nvSpPr>
        <dsp:cNvPr id="0" name=""/>
        <dsp:cNvSpPr/>
      </dsp:nvSpPr>
      <dsp:spPr>
        <a:xfrm>
          <a:off x="1359" y="1059495"/>
          <a:ext cx="1541243" cy="97868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3F875E-8550-43CE-9F81-0DE3F2E45377}">
      <dsp:nvSpPr>
        <dsp:cNvPr id="0" name=""/>
        <dsp:cNvSpPr/>
      </dsp:nvSpPr>
      <dsp:spPr>
        <a:xfrm>
          <a:off x="172608" y="1222182"/>
          <a:ext cx="1541243" cy="97868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Player selects scenario</a:t>
          </a:r>
        </a:p>
      </dsp:txBody>
      <dsp:txXfrm>
        <a:off x="201273" y="1250847"/>
        <a:ext cx="1483913" cy="921359"/>
      </dsp:txXfrm>
    </dsp:sp>
    <dsp:sp modelId="{8C4E981D-6BC8-4CE0-B9C9-7E6B72BF75A0}">
      <dsp:nvSpPr>
        <dsp:cNvPr id="0" name=""/>
        <dsp:cNvSpPr/>
      </dsp:nvSpPr>
      <dsp:spPr>
        <a:xfrm>
          <a:off x="1885100" y="1059495"/>
          <a:ext cx="1541243" cy="97868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8547AB-ED28-4137-B21F-4F044DC994E5}">
      <dsp:nvSpPr>
        <dsp:cNvPr id="0" name=""/>
        <dsp:cNvSpPr/>
      </dsp:nvSpPr>
      <dsp:spPr>
        <a:xfrm>
          <a:off x="2056350" y="1222182"/>
          <a:ext cx="1541243" cy="97868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Player receives emergency call</a:t>
          </a:r>
        </a:p>
      </dsp:txBody>
      <dsp:txXfrm>
        <a:off x="2085015" y="1250847"/>
        <a:ext cx="1483913" cy="921359"/>
      </dsp:txXfrm>
    </dsp:sp>
    <dsp:sp modelId="{72DBA092-C571-40B7-A373-DCB9EAD92C1B}">
      <dsp:nvSpPr>
        <dsp:cNvPr id="0" name=""/>
        <dsp:cNvSpPr/>
      </dsp:nvSpPr>
      <dsp:spPr>
        <a:xfrm>
          <a:off x="3768842" y="1059495"/>
          <a:ext cx="1541243" cy="97868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903D68-D1B1-4F3F-945F-F4A33692D42D}">
      <dsp:nvSpPr>
        <dsp:cNvPr id="0" name=""/>
        <dsp:cNvSpPr/>
      </dsp:nvSpPr>
      <dsp:spPr>
        <a:xfrm>
          <a:off x="3940091" y="1222182"/>
          <a:ext cx="1541243" cy="97868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System derives Incident State</a:t>
          </a:r>
        </a:p>
      </dsp:txBody>
      <dsp:txXfrm>
        <a:off x="3968756" y="1250847"/>
        <a:ext cx="1483913" cy="921359"/>
      </dsp:txXfrm>
    </dsp:sp>
    <dsp:sp modelId="{7C6918AD-A763-4A4B-BC70-F018A9DA9AC5}">
      <dsp:nvSpPr>
        <dsp:cNvPr id="0" name=""/>
        <dsp:cNvSpPr/>
      </dsp:nvSpPr>
      <dsp:spPr>
        <a:xfrm>
          <a:off x="5652584" y="1059495"/>
          <a:ext cx="1541243" cy="97868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33B38C-C79B-4A75-95CD-89EFC6978506}">
      <dsp:nvSpPr>
        <dsp:cNvPr id="0" name=""/>
        <dsp:cNvSpPr/>
      </dsp:nvSpPr>
      <dsp:spPr>
        <a:xfrm>
          <a:off x="5823833" y="1222182"/>
          <a:ext cx="1541243" cy="97868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System recommends loadout / briefing</a:t>
          </a:r>
        </a:p>
      </dsp:txBody>
      <dsp:txXfrm>
        <a:off x="5852498" y="1250847"/>
        <a:ext cx="1483913" cy="921359"/>
      </dsp:txXfrm>
    </dsp:sp>
    <dsp:sp modelId="{49E067D2-4819-47C0-80FF-8D587418DE59}">
      <dsp:nvSpPr>
        <dsp:cNvPr id="0" name=""/>
        <dsp:cNvSpPr/>
      </dsp:nvSpPr>
      <dsp:spPr>
        <a:xfrm>
          <a:off x="7536325" y="1059495"/>
          <a:ext cx="1541243" cy="97868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7749F1-78F0-44ED-8BA1-62FDFA67D41D}">
      <dsp:nvSpPr>
        <dsp:cNvPr id="0" name=""/>
        <dsp:cNvSpPr/>
      </dsp:nvSpPr>
      <dsp:spPr>
        <a:xfrm>
          <a:off x="7707575" y="1222182"/>
          <a:ext cx="1541243" cy="97868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Player executes mission on site</a:t>
          </a:r>
        </a:p>
      </dsp:txBody>
      <dsp:txXfrm>
        <a:off x="7736240" y="1250847"/>
        <a:ext cx="1483913" cy="921359"/>
      </dsp:txXfrm>
    </dsp:sp>
    <dsp:sp modelId="{1A89E5CA-5707-474A-AF24-99C068A9266B}">
      <dsp:nvSpPr>
        <dsp:cNvPr id="0" name=""/>
        <dsp:cNvSpPr/>
      </dsp:nvSpPr>
      <dsp:spPr>
        <a:xfrm>
          <a:off x="9420067" y="1059495"/>
          <a:ext cx="1541243" cy="97868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36D969-6E44-4DFA-846B-5EE58D45DD9C}">
      <dsp:nvSpPr>
        <dsp:cNvPr id="0" name=""/>
        <dsp:cNvSpPr/>
      </dsp:nvSpPr>
      <dsp:spPr>
        <a:xfrm>
          <a:off x="9591316" y="1222182"/>
          <a:ext cx="1541243" cy="97868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System generates score and debrief</a:t>
          </a:r>
        </a:p>
      </dsp:txBody>
      <dsp:txXfrm>
        <a:off x="9619981" y="1250847"/>
        <a:ext cx="1483913" cy="92135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C3E727-2AE8-4810-BC96-C8BCD3FD2D95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19C1C6-55D0-42F4-9B50-C4D90603D8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5648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C1045-42FF-4DE7-2377-1DCAC71619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02AB99-C46E-112B-BC7B-7F5D05D67B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9C63B4-6D6B-A84B-C52D-8A83C62403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E7232-C582-4274-99F1-D9F5E3A2B5DF}" type="datetime1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BEABCD-FCD2-98DA-00E2-BA954EED9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EBB3A1-BA25-7CD7-E2C3-7FF9D7DB4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05D83-4CC4-40E5-ABBE-915EF2813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18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7E21D-60D4-273C-96CF-CC235520D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747FFD-1122-67D1-BFB7-0C1D9FB11C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5B4B84-81C1-A472-DF37-5766104C0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6157E-C2D0-4413-980C-5354D79197A3}" type="datetime1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FDA4BE-3E65-3ACD-BA26-0DAE0939F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6BC248-C978-1E2B-C7ED-A03900EEF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05D83-4CC4-40E5-ABBE-915EF2813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927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C026E-8E84-20CA-55EA-228DC4501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BA8F93-2EC2-BD37-F450-ED794690B0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802826-AD02-03E8-A011-95A19C607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7B2E6-A8D6-4F80-96C6-881A2AFDF9A9}" type="datetime1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C0BA31-7412-8925-19FD-0E0203366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B7A463-B7F7-1B6C-9ED5-540845B28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05D83-4CC4-40E5-ABBE-915EF2813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616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7B2BD8-EFA9-BCE9-1C11-8876AA5A7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304350-0491-6602-20DE-808C899A7A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5ECE19-F1E6-9E37-FD9D-AFCBDA25CF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A51EDD-34F8-5C9A-20E5-0B1F20397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3EDCC-8952-4595-9CE5-18B1037AAED0}" type="datetime1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1875DC-BD07-88B8-AD83-BCF13F1A4F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B334D9-8299-806E-28A2-54994487C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05D83-4CC4-40E5-ABBE-915EF2813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3654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479A2-4557-3BC0-2DF4-0B63782CD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141D43-D08F-3216-3ADB-3831908DCE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96EE92-3314-85D4-0DAE-B656975CB7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40E506-C2D4-C853-A333-9DA7EF6640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ED04A6-B958-31E5-57EF-CA8E4B4FC9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D3317C-2B1E-3BDA-915B-009103FA8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EF17E-562F-4F4D-AC96-AAA463EDF618}" type="datetime1">
              <a:rPr lang="en-US" smtClean="0"/>
              <a:t>3/12/2026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71E25C3-587A-C0FD-CBA8-F4D5B1953B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870F090-724D-253B-C7A1-AA4FBCDCC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05D83-4CC4-40E5-ABBE-915EF2813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93732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356F9-CD66-C75F-CB15-4E976DDB7B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229072-93AD-EF68-7CC0-380C5827F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ECCC3-5AE8-41FE-B75E-4B631387BBF8}" type="datetime1">
              <a:rPr lang="en-US" smtClean="0"/>
              <a:t>3/12/2026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96A86B-6AAF-B6AF-D318-65D31FE60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9C3D15-E4A1-5BC2-1A23-5763163E7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05D83-4CC4-40E5-ABBE-915EF2813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4548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791461D-6F8F-86B7-BE48-D733D5302C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45ADB-25B7-4A46-BBEF-E210F5CCD87C}" type="datetime1">
              <a:rPr lang="en-US" smtClean="0"/>
              <a:t>3/12/2026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AEB4542-9858-E7FB-0462-0C94E6307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9B2DF9-8B42-901C-9C90-E37E97BA0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05D83-4CC4-40E5-ABBE-915EF2813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63243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6175B-01D8-B89C-C8BC-A3C8193334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6106D3-D9BA-3BB2-5459-B0E73D108A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8AB1FF-E7DD-3694-66EC-70A855FAD4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87FAAE-CE6D-1675-1853-20CBD5D128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3DA53-A1E8-4E35-87B2-66B848119ADE}" type="datetime1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AF4623-0C3F-1D29-2C61-A816306DD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367BA5-248A-9341-F4D8-8E3785EEC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05D83-4CC4-40E5-ABBE-915EF2813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3035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F7AE0-102B-196A-2AF7-9A7925A25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8130B0-1B71-75E8-631A-BE326500F6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08CA45-4D96-B513-DB54-86F666C2CD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0FB67A-E0C2-43A6-A1F0-2255B171DE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E7258-67AA-4DFC-81FC-60E977668439}" type="datetime1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4ED1AD-434E-3198-9A4A-6CAB987C51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10FB16-18C5-24CA-D528-FD7E0568B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05D83-4CC4-40E5-ABBE-915EF2813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3292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EA305-2EEF-8401-9AAE-1094CA30A8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DE899-5292-5C19-139C-6C37FC85A0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5E13AE-85EE-762E-492F-6D636C47E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AD7DF-10B4-4CD8-8163-A17448F88DA1}" type="datetime1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0C01E0-8EDE-CE63-CF17-673C258CA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047486-0133-E6D0-4E28-57DA9D880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05D83-4CC4-40E5-ABBE-915EF2813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789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E9CA57B-5AFD-1130-5774-15111AA59E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F4B63B-9A97-CEC5-7033-FC828D30B7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0389AC-0DEF-B902-FD56-8E2323A57F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F3BAB-015D-458D-9582-FA6DAFEE64ED}" type="datetime1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C324FD-AF8E-91A4-003A-74F2D03F1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641175-0D3B-C710-064C-25CF34D3B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05D83-4CC4-40E5-ABBE-915EF2813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0111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D9170FC-9657-351E-DEFF-EA4738EE37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908D89-B713-458A-346D-5D50949469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A5AB2E-C00E-03DF-F523-551CE58A9A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BD16EB-72E5-4628-8EC0-DE0D352D25D6}" type="datetime1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447BD3-A507-C82A-B9CA-30AC4E0B77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793CE4-1D2C-A64D-AB6B-176A79B94B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905D83-4CC4-40E5-ABBE-915EF2813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4503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>
            <a:picLocks noGrp="1" noRot="1" noMove="1" noResize="1" noEditPoints="1" noAdjustHandles="1" noChangeArrowheads="1" noChangeShapeType="1" noCrop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238750" y="1884164"/>
            <a:ext cx="1714500" cy="430262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1971674" y="3483040"/>
            <a:ext cx="8248650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50000"/>
              </a:lnSpc>
            </a:pPr>
            <a:r>
              <a:rPr lang="en-US" sz="2000" dirty="0">
                <a:solidFill>
                  <a:srgbClr val="FF5E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Urbanist"/>
              </a:rPr>
              <a:t>Design and Development of a Simulation-Based Game Application for Fire Prevention and Firefighting Training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3843337" y="4497437"/>
            <a:ext cx="4505325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F5F5F5"/>
                </a:solidFill>
                <a:latin typeface="DM Sans"/>
                <a:ea typeface="DM Sans"/>
                <a:cs typeface="DM Sans"/>
                <a:sym typeface="DM Sans"/>
              </a:rPr>
              <a:t>Capstone Project – Midterm Presentation</a:t>
            </a: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F5F5F5"/>
                </a:solidFill>
                <a:latin typeface="DM Sans"/>
                <a:ea typeface="DM Sans"/>
                <a:cs typeface="DM Sans"/>
                <a:sym typeface="DM Sans"/>
              </a:rPr>
              <a:t>Group 15 | Software Engineering</a:t>
            </a:r>
            <a:endParaRPr dirty="0"/>
          </a:p>
        </p:txBody>
      </p:sp>
      <p:sp>
        <p:nvSpPr>
          <p:cNvPr id="88" name="Google Shape;88;p13"/>
          <p:cNvSpPr txBox="1"/>
          <p:nvPr/>
        </p:nvSpPr>
        <p:spPr>
          <a:xfrm>
            <a:off x="3751138" y="2514904"/>
            <a:ext cx="4689722" cy="914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IGNIS </a:t>
            </a:r>
            <a:r>
              <a:rPr lang="en-US" sz="5400" b="1" i="0" u="none" strike="noStrike" cap="none" dirty="0">
                <a:solidFill>
                  <a:srgbClr val="CC2B2B"/>
                </a:solidFill>
                <a:latin typeface="Urbanist"/>
                <a:ea typeface="Urbanist"/>
                <a:cs typeface="Urbanist"/>
                <a:sym typeface="Urbanist"/>
              </a:rPr>
              <a:t>GUARD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CED377-F715-566A-B8A8-DAE28EF1802D}"/>
              </a:ext>
            </a:extLst>
          </p:cNvPr>
          <p:cNvSpPr txBox="1"/>
          <p:nvPr/>
        </p:nvSpPr>
        <p:spPr>
          <a:xfrm>
            <a:off x="113299" y="5197301"/>
            <a:ext cx="389722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Team members	: Bùi Lê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Đức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Huy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6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	  Bùi Lê </a:t>
            </a:r>
            <a:r>
              <a:rPr lang="en-US" altLang="en-US" sz="1600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Đức</a:t>
            </a:r>
            <a:r>
              <a:rPr lang="en-US" altLang="en-US" sz="16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en-US" sz="1600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Hiếu</a:t>
            </a:r>
            <a:endParaRPr lang="en-US" altLang="en-US" sz="1600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	</a:t>
            </a:r>
            <a:r>
              <a:rPr lang="en-US" altLang="en-US" sz="16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Lê Tuấn Anh</a:t>
            </a: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Mentor name	: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Ths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Lã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Quốc Quý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F4B32B-95BB-4FEF-6585-F960A7599F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DBE71B50-E13E-0AEE-54D8-9FA8BE8850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Tải Logo Trường Đại Học Văn Lang Miễn Phí File AI, SVG, PNG, EPS">
            <a:extLst>
              <a:ext uri="{FF2B5EF4-FFF2-40B4-BE49-F238E27FC236}">
                <a16:creationId xmlns:a16="http://schemas.microsoft.com/office/drawing/2014/main" id="{A91632FB-BFEA-079C-0627-535A2F4539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151" r="-2" b="20691"/>
          <a:stretch>
            <a:fillRect/>
          </a:stretch>
        </p:blipFill>
        <p:spPr bwMode="auto">
          <a:xfrm>
            <a:off x="0" y="0"/>
            <a:ext cx="12192000" cy="6857999"/>
          </a:xfrm>
          <a:custGeom>
            <a:avLst/>
            <a:gdLst/>
            <a:ahLst/>
            <a:cxnLst/>
            <a:rect l="l" t="t" r="r" b="b"/>
            <a:pathLst>
              <a:path w="8500451" h="5783926">
                <a:moveTo>
                  <a:pt x="4814568" y="604"/>
                </a:moveTo>
                <a:cubicBezTo>
                  <a:pt x="5041344" y="3294"/>
                  <a:pt x="5267019" y="14348"/>
                  <a:pt x="5493575" y="21000"/>
                </a:cubicBezTo>
                <a:cubicBezTo>
                  <a:pt x="5987120" y="36130"/>
                  <a:pt x="6483273" y="35607"/>
                  <a:pt x="6977859" y="46564"/>
                </a:cubicBezTo>
                <a:cubicBezTo>
                  <a:pt x="7286195" y="53346"/>
                  <a:pt x="7590877" y="77867"/>
                  <a:pt x="7880953" y="154038"/>
                </a:cubicBezTo>
                <a:cubicBezTo>
                  <a:pt x="7921646" y="164993"/>
                  <a:pt x="7967557" y="167081"/>
                  <a:pt x="7998861" y="193166"/>
                </a:cubicBezTo>
                <a:cubicBezTo>
                  <a:pt x="8033815" y="222382"/>
                  <a:pt x="8019729" y="265163"/>
                  <a:pt x="7968600" y="273511"/>
                </a:cubicBezTo>
                <a:cubicBezTo>
                  <a:pt x="7903386" y="284466"/>
                  <a:pt x="7836607" y="287597"/>
                  <a:pt x="7764609" y="294901"/>
                </a:cubicBezTo>
                <a:cubicBezTo>
                  <a:pt x="7792260" y="335073"/>
                  <a:pt x="7859040" y="304814"/>
                  <a:pt x="7876257" y="354899"/>
                </a:cubicBezTo>
                <a:cubicBezTo>
                  <a:pt x="7799043" y="389332"/>
                  <a:pt x="7705656" y="366898"/>
                  <a:pt x="7631049" y="400810"/>
                </a:cubicBezTo>
                <a:cubicBezTo>
                  <a:pt x="7633137" y="424287"/>
                  <a:pt x="7649831" y="426374"/>
                  <a:pt x="7663396" y="432635"/>
                </a:cubicBezTo>
                <a:cubicBezTo>
                  <a:pt x="7676961" y="438373"/>
                  <a:pt x="7710871" y="430026"/>
                  <a:pt x="7696264" y="462894"/>
                </a:cubicBezTo>
                <a:cubicBezTo>
                  <a:pt x="7541315" y="482719"/>
                  <a:pt x="7393147" y="550021"/>
                  <a:pt x="7229849" y="540630"/>
                </a:cubicBezTo>
                <a:cubicBezTo>
                  <a:pt x="7431755" y="558890"/>
                  <a:pt x="7602355" y="633496"/>
                  <a:pt x="7780782" y="683059"/>
                </a:cubicBezTo>
                <a:cubicBezTo>
                  <a:pt x="7773479" y="741491"/>
                  <a:pt x="7701483" y="718014"/>
                  <a:pt x="7680613" y="759751"/>
                </a:cubicBezTo>
                <a:cubicBezTo>
                  <a:pt x="7794869" y="788967"/>
                  <a:pt x="7904429" y="823401"/>
                  <a:pt x="7998861" y="880789"/>
                </a:cubicBezTo>
                <a:cubicBezTo>
                  <a:pt x="8083901" y="932439"/>
                  <a:pt x="8164765" y="989306"/>
                  <a:pt x="8257111" y="1031566"/>
                </a:cubicBezTo>
                <a:cubicBezTo>
                  <a:pt x="8354150" y="1075912"/>
                  <a:pt x="8413103" y="1132779"/>
                  <a:pt x="8402148" y="1229819"/>
                </a:cubicBezTo>
                <a:cubicBezTo>
                  <a:pt x="8397452" y="1269468"/>
                  <a:pt x="8409973" y="1302859"/>
                  <a:pt x="8453275" y="1318510"/>
                </a:cubicBezTo>
                <a:cubicBezTo>
                  <a:pt x="8507013" y="1337814"/>
                  <a:pt x="8501275" y="1367029"/>
                  <a:pt x="8499187" y="1411897"/>
                </a:cubicBezTo>
                <a:cubicBezTo>
                  <a:pt x="8496056" y="1465634"/>
                  <a:pt x="8468406" y="1486504"/>
                  <a:pt x="8419885" y="1504764"/>
                </a:cubicBezTo>
                <a:cubicBezTo>
                  <a:pt x="8350497" y="1530327"/>
                  <a:pt x="8349975" y="1569978"/>
                  <a:pt x="8368237" y="1617454"/>
                </a:cubicBezTo>
                <a:cubicBezTo>
                  <a:pt x="8378149" y="1643540"/>
                  <a:pt x="8393278" y="1664409"/>
                  <a:pt x="8415713" y="1683712"/>
                </a:cubicBezTo>
                <a:cubicBezTo>
                  <a:pt x="8493448" y="1751014"/>
                  <a:pt x="8492927" y="1752056"/>
                  <a:pt x="8416755" y="1831880"/>
                </a:cubicBezTo>
                <a:cubicBezTo>
                  <a:pt x="8396408" y="1853269"/>
                  <a:pt x="8374496" y="1867356"/>
                  <a:pt x="8383888" y="1901790"/>
                </a:cubicBezTo>
                <a:cubicBezTo>
                  <a:pt x="8415713" y="2016046"/>
                  <a:pt x="8411538" y="2016046"/>
                  <a:pt x="8283717" y="2053609"/>
                </a:cubicBezTo>
                <a:cubicBezTo>
                  <a:pt x="8254501" y="2062479"/>
                  <a:pt x="8215373" y="2054653"/>
                  <a:pt x="8198678" y="2087521"/>
                </a:cubicBezTo>
                <a:cubicBezTo>
                  <a:pt x="8209113" y="2111521"/>
                  <a:pt x="8184591" y="2690625"/>
                  <a:pt x="8207547" y="2700017"/>
                </a:cubicBezTo>
                <a:cubicBezTo>
                  <a:pt x="8387017" y="2773578"/>
                  <a:pt x="8409451" y="2860184"/>
                  <a:pt x="8269632" y="2996352"/>
                </a:cubicBezTo>
                <a:cubicBezTo>
                  <a:pt x="8175722" y="3087653"/>
                  <a:pt x="8186677" y="3236864"/>
                  <a:pt x="8225807" y="3330251"/>
                </a:cubicBezTo>
                <a:cubicBezTo>
                  <a:pt x="8373452" y="3371467"/>
                  <a:pt x="8341107" y="3481027"/>
                  <a:pt x="8370845" y="3577023"/>
                </a:cubicBezTo>
                <a:cubicBezTo>
                  <a:pt x="8392757" y="3649020"/>
                  <a:pt x="8306673" y="3639107"/>
                  <a:pt x="8310847" y="3671976"/>
                </a:cubicBezTo>
                <a:cubicBezTo>
                  <a:pt x="8365105" y="3711626"/>
                  <a:pt x="8437624" y="3724148"/>
                  <a:pt x="8479884" y="3778406"/>
                </a:cubicBezTo>
                <a:cubicBezTo>
                  <a:pt x="8403713" y="3818056"/>
                  <a:pt x="8365105" y="3873880"/>
                  <a:pt x="8322845" y="3929703"/>
                </a:cubicBezTo>
                <a:cubicBezTo>
                  <a:pt x="8254501" y="4020482"/>
                  <a:pt x="8161635" y="4097174"/>
                  <a:pt x="8063031" y="4166563"/>
                </a:cubicBezTo>
                <a:cubicBezTo>
                  <a:pt x="8012947" y="4649674"/>
                  <a:pt x="7851215" y="5156783"/>
                  <a:pt x="7833475" y="5181825"/>
                </a:cubicBezTo>
                <a:cubicBezTo>
                  <a:pt x="7760436" y="5174520"/>
                  <a:pt x="7618528" y="5466682"/>
                  <a:pt x="7495403" y="5493812"/>
                </a:cubicBezTo>
                <a:cubicBezTo>
                  <a:pt x="7366017" y="5523550"/>
                  <a:pt x="5441925" y="5797973"/>
                  <a:pt x="5148199" y="5783364"/>
                </a:cubicBezTo>
                <a:cubicBezTo>
                  <a:pt x="3551743" y="5705628"/>
                  <a:pt x="3505310" y="5598155"/>
                  <a:pt x="3505310" y="5598155"/>
                </a:cubicBezTo>
                <a:cubicBezTo>
                  <a:pt x="3505310" y="5598155"/>
                  <a:pt x="3596089" y="5571548"/>
                  <a:pt x="3675390" y="5541287"/>
                </a:cubicBezTo>
                <a:cubicBezTo>
                  <a:pt x="3627392" y="5542853"/>
                  <a:pt x="3579395" y="5543896"/>
                  <a:pt x="3531919" y="5542331"/>
                </a:cubicBezTo>
                <a:cubicBezTo>
                  <a:pt x="3164108" y="5531375"/>
                  <a:pt x="3500093" y="5511028"/>
                  <a:pt x="3138022" y="5469291"/>
                </a:cubicBezTo>
                <a:cubicBezTo>
                  <a:pt x="2527092" y="5398860"/>
                  <a:pt x="2618913" y="5380598"/>
                  <a:pt x="2058068" y="5181825"/>
                </a:cubicBezTo>
                <a:cubicBezTo>
                  <a:pt x="2008504" y="5164086"/>
                  <a:pt x="1660519" y="5056613"/>
                  <a:pt x="1447659" y="5044613"/>
                </a:cubicBezTo>
                <a:cubicBezTo>
                  <a:pt x="1391313" y="5041483"/>
                  <a:pt x="1329751" y="5042527"/>
                  <a:pt x="1281230" y="4977311"/>
                </a:cubicBezTo>
                <a:cubicBezTo>
                  <a:pt x="1429920" y="4979399"/>
                  <a:pt x="1557741" y="4979399"/>
                  <a:pt x="1696518" y="4945487"/>
                </a:cubicBezTo>
                <a:cubicBezTo>
                  <a:pt x="1622434" y="4898532"/>
                  <a:pt x="1537394" y="4938705"/>
                  <a:pt x="1478440" y="4905836"/>
                </a:cubicBezTo>
                <a:cubicBezTo>
                  <a:pt x="1423138" y="4875577"/>
                  <a:pt x="1375140" y="4871404"/>
                  <a:pt x="1318795" y="4919401"/>
                </a:cubicBezTo>
                <a:cubicBezTo>
                  <a:pt x="1289578" y="4944443"/>
                  <a:pt x="1237928" y="4939747"/>
                  <a:pt x="1208190" y="4925140"/>
                </a:cubicBezTo>
                <a:cubicBezTo>
                  <a:pt x="1049066" y="4846360"/>
                  <a:pt x="1052718" y="4847404"/>
                  <a:pt x="875857" y="4867751"/>
                </a:cubicBezTo>
                <a:cubicBezTo>
                  <a:pt x="763166" y="4880272"/>
                  <a:pt x="648388" y="4902706"/>
                  <a:pt x="545088" y="4889141"/>
                </a:cubicBezTo>
                <a:cubicBezTo>
                  <a:pt x="532045" y="4859403"/>
                  <a:pt x="543522" y="4845839"/>
                  <a:pt x="558131" y="4841666"/>
                </a:cubicBezTo>
                <a:cubicBezTo>
                  <a:pt x="796034" y="4776973"/>
                  <a:pt x="840379" y="4702889"/>
                  <a:pt x="1081413" y="4662717"/>
                </a:cubicBezTo>
                <a:cubicBezTo>
                  <a:pt x="1099151" y="4617327"/>
                  <a:pt x="1011503" y="4609500"/>
                  <a:pt x="1052718" y="4564633"/>
                </a:cubicBezTo>
                <a:cubicBezTo>
                  <a:pt x="1127846" y="4529678"/>
                  <a:pt x="1216016" y="4570894"/>
                  <a:pt x="1290622" y="4525505"/>
                </a:cubicBezTo>
                <a:cubicBezTo>
                  <a:pt x="1277579" y="4493158"/>
                  <a:pt x="1214972" y="4516636"/>
                  <a:pt x="1217581" y="4482202"/>
                </a:cubicBezTo>
                <a:cubicBezTo>
                  <a:pt x="1220712" y="4442552"/>
                  <a:pt x="1264536" y="4448813"/>
                  <a:pt x="1294796" y="4451421"/>
                </a:cubicBezTo>
                <a:cubicBezTo>
                  <a:pt x="1441398" y="4464985"/>
                  <a:pt x="1568696" y="4390902"/>
                  <a:pt x="1709040" y="4365860"/>
                </a:cubicBezTo>
                <a:cubicBezTo>
                  <a:pt x="1559306" y="4303253"/>
                  <a:pt x="686474" y="4353338"/>
                  <a:pt x="530479" y="4334034"/>
                </a:cubicBezTo>
                <a:cubicBezTo>
                  <a:pt x="367182" y="4314210"/>
                  <a:pt x="107367" y="4261516"/>
                  <a:pt x="174146" y="4244821"/>
                </a:cubicBezTo>
                <a:cubicBezTo>
                  <a:pt x="249796" y="4225518"/>
                  <a:pt x="519524" y="3996484"/>
                  <a:pt x="596216" y="3986050"/>
                </a:cubicBezTo>
                <a:cubicBezTo>
                  <a:pt x="685430" y="3974050"/>
                  <a:pt x="703169" y="3957876"/>
                  <a:pt x="820554" y="3875967"/>
                </a:cubicBezTo>
                <a:cubicBezTo>
                  <a:pt x="897769" y="3822230"/>
                  <a:pt x="576391" y="3939094"/>
                  <a:pt x="451179" y="3901009"/>
                </a:cubicBezTo>
                <a:cubicBezTo>
                  <a:pt x="405268" y="3886923"/>
                  <a:pt x="729255" y="3738233"/>
                  <a:pt x="729255" y="3711105"/>
                </a:cubicBezTo>
                <a:cubicBezTo>
                  <a:pt x="729255" y="3682409"/>
                  <a:pt x="700038" y="3676150"/>
                  <a:pt x="672387" y="3676150"/>
                </a:cubicBezTo>
                <a:cubicBezTo>
                  <a:pt x="610824" y="3676150"/>
                  <a:pt x="629606" y="3651106"/>
                  <a:pt x="568043" y="3652673"/>
                </a:cubicBezTo>
                <a:cubicBezTo>
                  <a:pt x="748558" y="3580154"/>
                  <a:pt x="860205" y="3599458"/>
                  <a:pt x="1038632" y="3533198"/>
                </a:cubicBezTo>
                <a:cubicBezTo>
                  <a:pt x="1125760" y="3500852"/>
                  <a:pt x="817425" y="3393378"/>
                  <a:pt x="907160" y="3365206"/>
                </a:cubicBezTo>
                <a:cubicBezTo>
                  <a:pt x="941071" y="3354249"/>
                  <a:pt x="986461" y="3365727"/>
                  <a:pt x="1009938" y="3327120"/>
                </a:cubicBezTo>
                <a:cubicBezTo>
                  <a:pt x="972897" y="3296340"/>
                  <a:pt x="923855" y="3309904"/>
                  <a:pt x="886812" y="3322425"/>
                </a:cubicBezTo>
                <a:cubicBezTo>
                  <a:pt x="792381" y="3354772"/>
                  <a:pt x="799165" y="3346946"/>
                  <a:pt x="789773" y="3322947"/>
                </a:cubicBezTo>
                <a:cubicBezTo>
                  <a:pt x="758993" y="3241037"/>
                  <a:pt x="682822" y="3267123"/>
                  <a:pt x="615520" y="3280688"/>
                </a:cubicBezTo>
                <a:cubicBezTo>
                  <a:pt x="412050" y="3321382"/>
                  <a:pt x="205972" y="3309904"/>
                  <a:pt x="3023" y="3351641"/>
                </a:cubicBezTo>
                <a:cubicBezTo>
                  <a:pt x="-18888" y="3356337"/>
                  <a:pt x="83890" y="3262949"/>
                  <a:pt x="132409" y="3251993"/>
                </a:cubicBezTo>
                <a:cubicBezTo>
                  <a:pt x="185103" y="3240516"/>
                  <a:pt x="249796" y="3248863"/>
                  <a:pt x="287360" y="3195127"/>
                </a:cubicBezTo>
                <a:cubicBezTo>
                  <a:pt x="220579" y="3181561"/>
                  <a:pt x="144410" y="3207647"/>
                  <a:pt x="78150" y="3164866"/>
                </a:cubicBezTo>
                <a:cubicBezTo>
                  <a:pt x="225276" y="3105913"/>
                  <a:pt x="371878" y="3107999"/>
                  <a:pt x="498655" y="3069914"/>
                </a:cubicBezTo>
                <a:cubicBezTo>
                  <a:pt x="510133" y="2999483"/>
                  <a:pt x="426658" y="3025046"/>
                  <a:pt x="396399" y="2984874"/>
                </a:cubicBezTo>
                <a:cubicBezTo>
                  <a:pt x="1351140" y="2916007"/>
                  <a:pt x="817946" y="2712537"/>
                  <a:pt x="658822" y="2601411"/>
                </a:cubicBezTo>
                <a:cubicBezTo>
                  <a:pt x="605607" y="2564370"/>
                  <a:pt x="1164888" y="2388551"/>
                  <a:pt x="1183148" y="2383856"/>
                </a:cubicBezTo>
                <a:cubicBezTo>
                  <a:pt x="1229581" y="2372900"/>
                  <a:pt x="1413747" y="2380725"/>
                  <a:pt x="1451311" y="2366639"/>
                </a:cubicBezTo>
                <a:cubicBezTo>
                  <a:pt x="1499309" y="2348901"/>
                  <a:pt x="1340706" y="2318120"/>
                  <a:pt x="1376184" y="2296729"/>
                </a:cubicBezTo>
                <a:cubicBezTo>
                  <a:pt x="1625043" y="2145953"/>
                  <a:pt x="1642780" y="1919006"/>
                  <a:pt x="1572870" y="1902834"/>
                </a:cubicBezTo>
                <a:cubicBezTo>
                  <a:pt x="1500353" y="1886138"/>
                  <a:pt x="1429399" y="1899181"/>
                  <a:pt x="1362097" y="1926311"/>
                </a:cubicBezTo>
                <a:cubicBezTo>
                  <a:pt x="1252536" y="1970656"/>
                  <a:pt x="493960" y="1907528"/>
                  <a:pt x="281620" y="1943006"/>
                </a:cubicBezTo>
                <a:cubicBezTo>
                  <a:pt x="249274" y="1948223"/>
                  <a:pt x="205451" y="1971700"/>
                  <a:pt x="174669" y="1927876"/>
                </a:cubicBezTo>
                <a:cubicBezTo>
                  <a:pt x="393269" y="1785969"/>
                  <a:pt x="673952" y="1826663"/>
                  <a:pt x="918115" y="1730145"/>
                </a:cubicBezTo>
                <a:cubicBezTo>
                  <a:pt x="822119" y="1663886"/>
                  <a:pt x="724558" y="1667017"/>
                  <a:pt x="624389" y="1676929"/>
                </a:cubicBezTo>
                <a:cubicBezTo>
                  <a:pt x="598304" y="1679538"/>
                  <a:pt x="562826" y="1683190"/>
                  <a:pt x="556565" y="1655539"/>
                </a:cubicBezTo>
                <a:cubicBezTo>
                  <a:pt x="548739" y="1620584"/>
                  <a:pt x="590999" y="1614323"/>
                  <a:pt x="618650" y="1600237"/>
                </a:cubicBezTo>
                <a:cubicBezTo>
                  <a:pt x="660909" y="1578325"/>
                  <a:pt x="723515" y="1604410"/>
                  <a:pt x="775165" y="1544413"/>
                </a:cubicBezTo>
                <a:cubicBezTo>
                  <a:pt x="618650" y="1558500"/>
                  <a:pt x="486656" y="1583021"/>
                  <a:pt x="348401" y="1624758"/>
                </a:cubicBezTo>
                <a:cubicBezTo>
                  <a:pt x="360400" y="1587717"/>
                  <a:pt x="402137" y="1570499"/>
                  <a:pt x="378660" y="1539719"/>
                </a:cubicBezTo>
                <a:cubicBezTo>
                  <a:pt x="360922" y="1516763"/>
                  <a:pt x="310316" y="1505806"/>
                  <a:pt x="336402" y="1463025"/>
                </a:cubicBezTo>
                <a:cubicBezTo>
                  <a:pt x="409963" y="1417636"/>
                  <a:pt x="514307" y="1429636"/>
                  <a:pt x="576913" y="1364421"/>
                </a:cubicBezTo>
                <a:cubicBezTo>
                  <a:pt x="665605" y="1271556"/>
                  <a:pt x="803338" y="1239731"/>
                  <a:pt x="911856" y="1171908"/>
                </a:cubicBezTo>
                <a:cubicBezTo>
                  <a:pt x="947853" y="1149995"/>
                  <a:pt x="1184192" y="1073303"/>
                  <a:pt x="1247841" y="1048782"/>
                </a:cubicBezTo>
                <a:cubicBezTo>
                  <a:pt x="1336532" y="1014349"/>
                  <a:pt x="1437746" y="1002349"/>
                  <a:pt x="1524872" y="939221"/>
                </a:cubicBezTo>
                <a:cubicBezTo>
                  <a:pt x="1439310" y="926178"/>
                  <a:pt x="1369923" y="985133"/>
                  <a:pt x="1267145" y="956439"/>
                </a:cubicBezTo>
                <a:cubicBezTo>
                  <a:pt x="1429920" y="895398"/>
                  <a:pt x="1579131" y="867746"/>
                  <a:pt x="1697039" y="783749"/>
                </a:cubicBezTo>
                <a:cubicBezTo>
                  <a:pt x="1711648" y="773315"/>
                  <a:pt x="1740342" y="776446"/>
                  <a:pt x="1762255" y="772794"/>
                </a:cubicBezTo>
                <a:cubicBezTo>
                  <a:pt x="1992852" y="735752"/>
                  <a:pt x="2224495" y="704449"/>
                  <a:pt x="2452486" y="650712"/>
                </a:cubicBezTo>
                <a:cubicBezTo>
                  <a:pt x="2504136" y="638191"/>
                  <a:pt x="2595436" y="635061"/>
                  <a:pt x="2586045" y="590193"/>
                </a:cubicBezTo>
                <a:cubicBezTo>
                  <a:pt x="2571959" y="522891"/>
                  <a:pt x="2486919" y="570889"/>
                  <a:pt x="2432138" y="577150"/>
                </a:cubicBezTo>
                <a:cubicBezTo>
                  <a:pt x="2262059" y="597497"/>
                  <a:pt x="2091979" y="632974"/>
                  <a:pt x="1919291" y="613149"/>
                </a:cubicBezTo>
                <a:cubicBezTo>
                  <a:pt x="2035633" y="588107"/>
                  <a:pt x="2151455" y="562542"/>
                  <a:pt x="2267799" y="537499"/>
                </a:cubicBezTo>
                <a:cubicBezTo>
                  <a:pt x="2134238" y="546368"/>
                  <a:pt x="2017896" y="487936"/>
                  <a:pt x="1887988" y="514022"/>
                </a:cubicBezTo>
                <a:cubicBezTo>
                  <a:pt x="1846250" y="522370"/>
                  <a:pt x="1802427" y="495762"/>
                  <a:pt x="1798252" y="454546"/>
                </a:cubicBezTo>
                <a:cubicBezTo>
                  <a:pt x="1793557" y="421678"/>
                  <a:pt x="1832686" y="407071"/>
                  <a:pt x="1862424" y="396636"/>
                </a:cubicBezTo>
                <a:cubicBezTo>
                  <a:pt x="1938595" y="370028"/>
                  <a:pt x="1999113" y="291250"/>
                  <a:pt x="2096675" y="332987"/>
                </a:cubicBezTo>
                <a:cubicBezTo>
                  <a:pt x="2158237" y="267250"/>
                  <a:pt x="2256320" y="256816"/>
                  <a:pt x="2335621" y="239600"/>
                </a:cubicBezTo>
                <a:cubicBezTo>
                  <a:pt x="2588654" y="185341"/>
                  <a:pt x="2845338" y="143081"/>
                  <a:pt x="3102023" y="107082"/>
                </a:cubicBezTo>
                <a:cubicBezTo>
                  <a:pt x="3270538" y="83605"/>
                  <a:pt x="3444270" y="93518"/>
                  <a:pt x="3611219" y="63780"/>
                </a:cubicBezTo>
                <a:cubicBezTo>
                  <a:pt x="3937814" y="5869"/>
                  <a:pt x="4262322" y="7436"/>
                  <a:pt x="4587352" y="1175"/>
                </a:cubicBezTo>
                <a:cubicBezTo>
                  <a:pt x="4663262" y="-260"/>
                  <a:pt x="4738976" y="-293"/>
                  <a:pt x="4814568" y="604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Tải Logo Trường Đại Học Văn Lang Miễn Phí File AI, SVG, PNG, EPS">
            <a:extLst>
              <a:ext uri="{FF2B5EF4-FFF2-40B4-BE49-F238E27FC236}">
                <a16:creationId xmlns:a16="http://schemas.microsoft.com/office/drawing/2014/main" id="{82D5ABCD-77E2-ED28-3A05-8C36D4A281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2306" y="133176"/>
            <a:ext cx="989992" cy="1131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35479C7-0DF6-D377-4A2E-57082D6CD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357D486-E5AE-DCFB-DB28-61F2357D94D3}"/>
              </a:ext>
            </a:extLst>
          </p:cNvPr>
          <p:cNvSpPr/>
          <p:nvPr/>
        </p:nvSpPr>
        <p:spPr>
          <a:xfrm>
            <a:off x="-3047" y="-1"/>
            <a:ext cx="3317748" cy="914400"/>
          </a:xfrm>
          <a:prstGeom prst="rect">
            <a:avLst/>
          </a:prstGeom>
          <a:solidFill>
            <a:srgbClr val="D720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0" tIns="0" rIns="0" bIns="0" rtlCol="0" anchor="ctr" anchorCtr="0"/>
          <a:lstStyle/>
          <a:p>
            <a:r>
              <a:rPr 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AGENDA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70E168DA-4446-0B2D-3FCF-8EB2D25E2C1F}"/>
              </a:ext>
            </a:extLst>
          </p:cNvPr>
          <p:cNvSpPr/>
          <p:nvPr/>
        </p:nvSpPr>
        <p:spPr>
          <a:xfrm>
            <a:off x="2763775" y="0"/>
            <a:ext cx="1104900" cy="914399"/>
          </a:xfrm>
          <a:prstGeom prst="ellipse">
            <a:avLst/>
          </a:prstGeom>
          <a:solidFill>
            <a:srgbClr val="D720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F5F072-1264-B6BC-2EEE-778967513574}"/>
              </a:ext>
            </a:extLst>
          </p:cNvPr>
          <p:cNvSpPr txBox="1"/>
          <p:nvPr/>
        </p:nvSpPr>
        <p:spPr>
          <a:xfrm>
            <a:off x="914400" y="1554480"/>
            <a:ext cx="3593432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+mj-lt"/>
              <a:buAutoNum type="romanUcPeriod"/>
            </a:pPr>
            <a:r>
              <a:rPr lang="en-US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Overview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Requirements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Architecture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Process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Quality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42111347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023542-5B77-7780-D02C-A0CE612F5B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57F5BB0B-D6ED-C722-5DC9-BD1C28FC25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Tải Logo Trường Đại Học Văn Lang Miễn Phí File AI, SVG, PNG, EPS">
            <a:extLst>
              <a:ext uri="{FF2B5EF4-FFF2-40B4-BE49-F238E27FC236}">
                <a16:creationId xmlns:a16="http://schemas.microsoft.com/office/drawing/2014/main" id="{DE984BBC-2BCE-6AED-A71D-EE919B6A0F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151" r="-2" b="20691"/>
          <a:stretch>
            <a:fillRect/>
          </a:stretch>
        </p:blipFill>
        <p:spPr bwMode="auto">
          <a:xfrm>
            <a:off x="0" y="0"/>
            <a:ext cx="12192000" cy="6857999"/>
          </a:xfrm>
          <a:custGeom>
            <a:avLst/>
            <a:gdLst/>
            <a:ahLst/>
            <a:cxnLst/>
            <a:rect l="l" t="t" r="r" b="b"/>
            <a:pathLst>
              <a:path w="8500451" h="5783926">
                <a:moveTo>
                  <a:pt x="4814568" y="604"/>
                </a:moveTo>
                <a:cubicBezTo>
                  <a:pt x="5041344" y="3294"/>
                  <a:pt x="5267019" y="14348"/>
                  <a:pt x="5493575" y="21000"/>
                </a:cubicBezTo>
                <a:cubicBezTo>
                  <a:pt x="5987120" y="36130"/>
                  <a:pt x="6483273" y="35607"/>
                  <a:pt x="6977859" y="46564"/>
                </a:cubicBezTo>
                <a:cubicBezTo>
                  <a:pt x="7286195" y="53346"/>
                  <a:pt x="7590877" y="77867"/>
                  <a:pt x="7880953" y="154038"/>
                </a:cubicBezTo>
                <a:cubicBezTo>
                  <a:pt x="7921646" y="164993"/>
                  <a:pt x="7967557" y="167081"/>
                  <a:pt x="7998861" y="193166"/>
                </a:cubicBezTo>
                <a:cubicBezTo>
                  <a:pt x="8033815" y="222382"/>
                  <a:pt x="8019729" y="265163"/>
                  <a:pt x="7968600" y="273511"/>
                </a:cubicBezTo>
                <a:cubicBezTo>
                  <a:pt x="7903386" y="284466"/>
                  <a:pt x="7836607" y="287597"/>
                  <a:pt x="7764609" y="294901"/>
                </a:cubicBezTo>
                <a:cubicBezTo>
                  <a:pt x="7792260" y="335073"/>
                  <a:pt x="7859040" y="304814"/>
                  <a:pt x="7876257" y="354899"/>
                </a:cubicBezTo>
                <a:cubicBezTo>
                  <a:pt x="7799043" y="389332"/>
                  <a:pt x="7705656" y="366898"/>
                  <a:pt x="7631049" y="400810"/>
                </a:cubicBezTo>
                <a:cubicBezTo>
                  <a:pt x="7633137" y="424287"/>
                  <a:pt x="7649831" y="426374"/>
                  <a:pt x="7663396" y="432635"/>
                </a:cubicBezTo>
                <a:cubicBezTo>
                  <a:pt x="7676961" y="438373"/>
                  <a:pt x="7710871" y="430026"/>
                  <a:pt x="7696264" y="462894"/>
                </a:cubicBezTo>
                <a:cubicBezTo>
                  <a:pt x="7541315" y="482719"/>
                  <a:pt x="7393147" y="550021"/>
                  <a:pt x="7229849" y="540630"/>
                </a:cubicBezTo>
                <a:cubicBezTo>
                  <a:pt x="7431755" y="558890"/>
                  <a:pt x="7602355" y="633496"/>
                  <a:pt x="7780782" y="683059"/>
                </a:cubicBezTo>
                <a:cubicBezTo>
                  <a:pt x="7773479" y="741491"/>
                  <a:pt x="7701483" y="718014"/>
                  <a:pt x="7680613" y="759751"/>
                </a:cubicBezTo>
                <a:cubicBezTo>
                  <a:pt x="7794869" y="788967"/>
                  <a:pt x="7904429" y="823401"/>
                  <a:pt x="7998861" y="880789"/>
                </a:cubicBezTo>
                <a:cubicBezTo>
                  <a:pt x="8083901" y="932439"/>
                  <a:pt x="8164765" y="989306"/>
                  <a:pt x="8257111" y="1031566"/>
                </a:cubicBezTo>
                <a:cubicBezTo>
                  <a:pt x="8354150" y="1075912"/>
                  <a:pt x="8413103" y="1132779"/>
                  <a:pt x="8402148" y="1229819"/>
                </a:cubicBezTo>
                <a:cubicBezTo>
                  <a:pt x="8397452" y="1269468"/>
                  <a:pt x="8409973" y="1302859"/>
                  <a:pt x="8453275" y="1318510"/>
                </a:cubicBezTo>
                <a:cubicBezTo>
                  <a:pt x="8507013" y="1337814"/>
                  <a:pt x="8501275" y="1367029"/>
                  <a:pt x="8499187" y="1411897"/>
                </a:cubicBezTo>
                <a:cubicBezTo>
                  <a:pt x="8496056" y="1465634"/>
                  <a:pt x="8468406" y="1486504"/>
                  <a:pt x="8419885" y="1504764"/>
                </a:cubicBezTo>
                <a:cubicBezTo>
                  <a:pt x="8350497" y="1530327"/>
                  <a:pt x="8349975" y="1569978"/>
                  <a:pt x="8368237" y="1617454"/>
                </a:cubicBezTo>
                <a:cubicBezTo>
                  <a:pt x="8378149" y="1643540"/>
                  <a:pt x="8393278" y="1664409"/>
                  <a:pt x="8415713" y="1683712"/>
                </a:cubicBezTo>
                <a:cubicBezTo>
                  <a:pt x="8493448" y="1751014"/>
                  <a:pt x="8492927" y="1752056"/>
                  <a:pt x="8416755" y="1831880"/>
                </a:cubicBezTo>
                <a:cubicBezTo>
                  <a:pt x="8396408" y="1853269"/>
                  <a:pt x="8374496" y="1867356"/>
                  <a:pt x="8383888" y="1901790"/>
                </a:cubicBezTo>
                <a:cubicBezTo>
                  <a:pt x="8415713" y="2016046"/>
                  <a:pt x="8411538" y="2016046"/>
                  <a:pt x="8283717" y="2053609"/>
                </a:cubicBezTo>
                <a:cubicBezTo>
                  <a:pt x="8254501" y="2062479"/>
                  <a:pt x="8215373" y="2054653"/>
                  <a:pt x="8198678" y="2087521"/>
                </a:cubicBezTo>
                <a:cubicBezTo>
                  <a:pt x="8209113" y="2111521"/>
                  <a:pt x="8184591" y="2690625"/>
                  <a:pt x="8207547" y="2700017"/>
                </a:cubicBezTo>
                <a:cubicBezTo>
                  <a:pt x="8387017" y="2773578"/>
                  <a:pt x="8409451" y="2860184"/>
                  <a:pt x="8269632" y="2996352"/>
                </a:cubicBezTo>
                <a:cubicBezTo>
                  <a:pt x="8175722" y="3087653"/>
                  <a:pt x="8186677" y="3236864"/>
                  <a:pt x="8225807" y="3330251"/>
                </a:cubicBezTo>
                <a:cubicBezTo>
                  <a:pt x="8373452" y="3371467"/>
                  <a:pt x="8341107" y="3481027"/>
                  <a:pt x="8370845" y="3577023"/>
                </a:cubicBezTo>
                <a:cubicBezTo>
                  <a:pt x="8392757" y="3649020"/>
                  <a:pt x="8306673" y="3639107"/>
                  <a:pt x="8310847" y="3671976"/>
                </a:cubicBezTo>
                <a:cubicBezTo>
                  <a:pt x="8365105" y="3711626"/>
                  <a:pt x="8437624" y="3724148"/>
                  <a:pt x="8479884" y="3778406"/>
                </a:cubicBezTo>
                <a:cubicBezTo>
                  <a:pt x="8403713" y="3818056"/>
                  <a:pt x="8365105" y="3873880"/>
                  <a:pt x="8322845" y="3929703"/>
                </a:cubicBezTo>
                <a:cubicBezTo>
                  <a:pt x="8254501" y="4020482"/>
                  <a:pt x="8161635" y="4097174"/>
                  <a:pt x="8063031" y="4166563"/>
                </a:cubicBezTo>
                <a:cubicBezTo>
                  <a:pt x="8012947" y="4649674"/>
                  <a:pt x="7851215" y="5156783"/>
                  <a:pt x="7833475" y="5181825"/>
                </a:cubicBezTo>
                <a:cubicBezTo>
                  <a:pt x="7760436" y="5174520"/>
                  <a:pt x="7618528" y="5466682"/>
                  <a:pt x="7495403" y="5493812"/>
                </a:cubicBezTo>
                <a:cubicBezTo>
                  <a:pt x="7366017" y="5523550"/>
                  <a:pt x="5441925" y="5797973"/>
                  <a:pt x="5148199" y="5783364"/>
                </a:cubicBezTo>
                <a:cubicBezTo>
                  <a:pt x="3551743" y="5705628"/>
                  <a:pt x="3505310" y="5598155"/>
                  <a:pt x="3505310" y="5598155"/>
                </a:cubicBezTo>
                <a:cubicBezTo>
                  <a:pt x="3505310" y="5598155"/>
                  <a:pt x="3596089" y="5571548"/>
                  <a:pt x="3675390" y="5541287"/>
                </a:cubicBezTo>
                <a:cubicBezTo>
                  <a:pt x="3627392" y="5542853"/>
                  <a:pt x="3579395" y="5543896"/>
                  <a:pt x="3531919" y="5542331"/>
                </a:cubicBezTo>
                <a:cubicBezTo>
                  <a:pt x="3164108" y="5531375"/>
                  <a:pt x="3500093" y="5511028"/>
                  <a:pt x="3138022" y="5469291"/>
                </a:cubicBezTo>
                <a:cubicBezTo>
                  <a:pt x="2527092" y="5398860"/>
                  <a:pt x="2618913" y="5380598"/>
                  <a:pt x="2058068" y="5181825"/>
                </a:cubicBezTo>
                <a:cubicBezTo>
                  <a:pt x="2008504" y="5164086"/>
                  <a:pt x="1660519" y="5056613"/>
                  <a:pt x="1447659" y="5044613"/>
                </a:cubicBezTo>
                <a:cubicBezTo>
                  <a:pt x="1391313" y="5041483"/>
                  <a:pt x="1329751" y="5042527"/>
                  <a:pt x="1281230" y="4977311"/>
                </a:cubicBezTo>
                <a:cubicBezTo>
                  <a:pt x="1429920" y="4979399"/>
                  <a:pt x="1557741" y="4979399"/>
                  <a:pt x="1696518" y="4945487"/>
                </a:cubicBezTo>
                <a:cubicBezTo>
                  <a:pt x="1622434" y="4898532"/>
                  <a:pt x="1537394" y="4938705"/>
                  <a:pt x="1478440" y="4905836"/>
                </a:cubicBezTo>
                <a:cubicBezTo>
                  <a:pt x="1423138" y="4875577"/>
                  <a:pt x="1375140" y="4871404"/>
                  <a:pt x="1318795" y="4919401"/>
                </a:cubicBezTo>
                <a:cubicBezTo>
                  <a:pt x="1289578" y="4944443"/>
                  <a:pt x="1237928" y="4939747"/>
                  <a:pt x="1208190" y="4925140"/>
                </a:cubicBezTo>
                <a:cubicBezTo>
                  <a:pt x="1049066" y="4846360"/>
                  <a:pt x="1052718" y="4847404"/>
                  <a:pt x="875857" y="4867751"/>
                </a:cubicBezTo>
                <a:cubicBezTo>
                  <a:pt x="763166" y="4880272"/>
                  <a:pt x="648388" y="4902706"/>
                  <a:pt x="545088" y="4889141"/>
                </a:cubicBezTo>
                <a:cubicBezTo>
                  <a:pt x="532045" y="4859403"/>
                  <a:pt x="543522" y="4845839"/>
                  <a:pt x="558131" y="4841666"/>
                </a:cubicBezTo>
                <a:cubicBezTo>
                  <a:pt x="796034" y="4776973"/>
                  <a:pt x="840379" y="4702889"/>
                  <a:pt x="1081413" y="4662717"/>
                </a:cubicBezTo>
                <a:cubicBezTo>
                  <a:pt x="1099151" y="4617327"/>
                  <a:pt x="1011503" y="4609500"/>
                  <a:pt x="1052718" y="4564633"/>
                </a:cubicBezTo>
                <a:cubicBezTo>
                  <a:pt x="1127846" y="4529678"/>
                  <a:pt x="1216016" y="4570894"/>
                  <a:pt x="1290622" y="4525505"/>
                </a:cubicBezTo>
                <a:cubicBezTo>
                  <a:pt x="1277579" y="4493158"/>
                  <a:pt x="1214972" y="4516636"/>
                  <a:pt x="1217581" y="4482202"/>
                </a:cubicBezTo>
                <a:cubicBezTo>
                  <a:pt x="1220712" y="4442552"/>
                  <a:pt x="1264536" y="4448813"/>
                  <a:pt x="1294796" y="4451421"/>
                </a:cubicBezTo>
                <a:cubicBezTo>
                  <a:pt x="1441398" y="4464985"/>
                  <a:pt x="1568696" y="4390902"/>
                  <a:pt x="1709040" y="4365860"/>
                </a:cubicBezTo>
                <a:cubicBezTo>
                  <a:pt x="1559306" y="4303253"/>
                  <a:pt x="686474" y="4353338"/>
                  <a:pt x="530479" y="4334034"/>
                </a:cubicBezTo>
                <a:cubicBezTo>
                  <a:pt x="367182" y="4314210"/>
                  <a:pt x="107367" y="4261516"/>
                  <a:pt x="174146" y="4244821"/>
                </a:cubicBezTo>
                <a:cubicBezTo>
                  <a:pt x="249796" y="4225518"/>
                  <a:pt x="519524" y="3996484"/>
                  <a:pt x="596216" y="3986050"/>
                </a:cubicBezTo>
                <a:cubicBezTo>
                  <a:pt x="685430" y="3974050"/>
                  <a:pt x="703169" y="3957876"/>
                  <a:pt x="820554" y="3875967"/>
                </a:cubicBezTo>
                <a:cubicBezTo>
                  <a:pt x="897769" y="3822230"/>
                  <a:pt x="576391" y="3939094"/>
                  <a:pt x="451179" y="3901009"/>
                </a:cubicBezTo>
                <a:cubicBezTo>
                  <a:pt x="405268" y="3886923"/>
                  <a:pt x="729255" y="3738233"/>
                  <a:pt x="729255" y="3711105"/>
                </a:cubicBezTo>
                <a:cubicBezTo>
                  <a:pt x="729255" y="3682409"/>
                  <a:pt x="700038" y="3676150"/>
                  <a:pt x="672387" y="3676150"/>
                </a:cubicBezTo>
                <a:cubicBezTo>
                  <a:pt x="610824" y="3676150"/>
                  <a:pt x="629606" y="3651106"/>
                  <a:pt x="568043" y="3652673"/>
                </a:cubicBezTo>
                <a:cubicBezTo>
                  <a:pt x="748558" y="3580154"/>
                  <a:pt x="860205" y="3599458"/>
                  <a:pt x="1038632" y="3533198"/>
                </a:cubicBezTo>
                <a:cubicBezTo>
                  <a:pt x="1125760" y="3500852"/>
                  <a:pt x="817425" y="3393378"/>
                  <a:pt x="907160" y="3365206"/>
                </a:cubicBezTo>
                <a:cubicBezTo>
                  <a:pt x="941071" y="3354249"/>
                  <a:pt x="986461" y="3365727"/>
                  <a:pt x="1009938" y="3327120"/>
                </a:cubicBezTo>
                <a:cubicBezTo>
                  <a:pt x="972897" y="3296340"/>
                  <a:pt x="923855" y="3309904"/>
                  <a:pt x="886812" y="3322425"/>
                </a:cubicBezTo>
                <a:cubicBezTo>
                  <a:pt x="792381" y="3354772"/>
                  <a:pt x="799165" y="3346946"/>
                  <a:pt x="789773" y="3322947"/>
                </a:cubicBezTo>
                <a:cubicBezTo>
                  <a:pt x="758993" y="3241037"/>
                  <a:pt x="682822" y="3267123"/>
                  <a:pt x="615520" y="3280688"/>
                </a:cubicBezTo>
                <a:cubicBezTo>
                  <a:pt x="412050" y="3321382"/>
                  <a:pt x="205972" y="3309904"/>
                  <a:pt x="3023" y="3351641"/>
                </a:cubicBezTo>
                <a:cubicBezTo>
                  <a:pt x="-18888" y="3356337"/>
                  <a:pt x="83890" y="3262949"/>
                  <a:pt x="132409" y="3251993"/>
                </a:cubicBezTo>
                <a:cubicBezTo>
                  <a:pt x="185103" y="3240516"/>
                  <a:pt x="249796" y="3248863"/>
                  <a:pt x="287360" y="3195127"/>
                </a:cubicBezTo>
                <a:cubicBezTo>
                  <a:pt x="220579" y="3181561"/>
                  <a:pt x="144410" y="3207647"/>
                  <a:pt x="78150" y="3164866"/>
                </a:cubicBezTo>
                <a:cubicBezTo>
                  <a:pt x="225276" y="3105913"/>
                  <a:pt x="371878" y="3107999"/>
                  <a:pt x="498655" y="3069914"/>
                </a:cubicBezTo>
                <a:cubicBezTo>
                  <a:pt x="510133" y="2999483"/>
                  <a:pt x="426658" y="3025046"/>
                  <a:pt x="396399" y="2984874"/>
                </a:cubicBezTo>
                <a:cubicBezTo>
                  <a:pt x="1351140" y="2916007"/>
                  <a:pt x="817946" y="2712537"/>
                  <a:pt x="658822" y="2601411"/>
                </a:cubicBezTo>
                <a:cubicBezTo>
                  <a:pt x="605607" y="2564370"/>
                  <a:pt x="1164888" y="2388551"/>
                  <a:pt x="1183148" y="2383856"/>
                </a:cubicBezTo>
                <a:cubicBezTo>
                  <a:pt x="1229581" y="2372900"/>
                  <a:pt x="1413747" y="2380725"/>
                  <a:pt x="1451311" y="2366639"/>
                </a:cubicBezTo>
                <a:cubicBezTo>
                  <a:pt x="1499309" y="2348901"/>
                  <a:pt x="1340706" y="2318120"/>
                  <a:pt x="1376184" y="2296729"/>
                </a:cubicBezTo>
                <a:cubicBezTo>
                  <a:pt x="1625043" y="2145953"/>
                  <a:pt x="1642780" y="1919006"/>
                  <a:pt x="1572870" y="1902834"/>
                </a:cubicBezTo>
                <a:cubicBezTo>
                  <a:pt x="1500353" y="1886138"/>
                  <a:pt x="1429399" y="1899181"/>
                  <a:pt x="1362097" y="1926311"/>
                </a:cubicBezTo>
                <a:cubicBezTo>
                  <a:pt x="1252536" y="1970656"/>
                  <a:pt x="493960" y="1907528"/>
                  <a:pt x="281620" y="1943006"/>
                </a:cubicBezTo>
                <a:cubicBezTo>
                  <a:pt x="249274" y="1948223"/>
                  <a:pt x="205451" y="1971700"/>
                  <a:pt x="174669" y="1927876"/>
                </a:cubicBezTo>
                <a:cubicBezTo>
                  <a:pt x="393269" y="1785969"/>
                  <a:pt x="673952" y="1826663"/>
                  <a:pt x="918115" y="1730145"/>
                </a:cubicBezTo>
                <a:cubicBezTo>
                  <a:pt x="822119" y="1663886"/>
                  <a:pt x="724558" y="1667017"/>
                  <a:pt x="624389" y="1676929"/>
                </a:cubicBezTo>
                <a:cubicBezTo>
                  <a:pt x="598304" y="1679538"/>
                  <a:pt x="562826" y="1683190"/>
                  <a:pt x="556565" y="1655539"/>
                </a:cubicBezTo>
                <a:cubicBezTo>
                  <a:pt x="548739" y="1620584"/>
                  <a:pt x="590999" y="1614323"/>
                  <a:pt x="618650" y="1600237"/>
                </a:cubicBezTo>
                <a:cubicBezTo>
                  <a:pt x="660909" y="1578325"/>
                  <a:pt x="723515" y="1604410"/>
                  <a:pt x="775165" y="1544413"/>
                </a:cubicBezTo>
                <a:cubicBezTo>
                  <a:pt x="618650" y="1558500"/>
                  <a:pt x="486656" y="1583021"/>
                  <a:pt x="348401" y="1624758"/>
                </a:cubicBezTo>
                <a:cubicBezTo>
                  <a:pt x="360400" y="1587717"/>
                  <a:pt x="402137" y="1570499"/>
                  <a:pt x="378660" y="1539719"/>
                </a:cubicBezTo>
                <a:cubicBezTo>
                  <a:pt x="360922" y="1516763"/>
                  <a:pt x="310316" y="1505806"/>
                  <a:pt x="336402" y="1463025"/>
                </a:cubicBezTo>
                <a:cubicBezTo>
                  <a:pt x="409963" y="1417636"/>
                  <a:pt x="514307" y="1429636"/>
                  <a:pt x="576913" y="1364421"/>
                </a:cubicBezTo>
                <a:cubicBezTo>
                  <a:pt x="665605" y="1271556"/>
                  <a:pt x="803338" y="1239731"/>
                  <a:pt x="911856" y="1171908"/>
                </a:cubicBezTo>
                <a:cubicBezTo>
                  <a:pt x="947853" y="1149995"/>
                  <a:pt x="1184192" y="1073303"/>
                  <a:pt x="1247841" y="1048782"/>
                </a:cubicBezTo>
                <a:cubicBezTo>
                  <a:pt x="1336532" y="1014349"/>
                  <a:pt x="1437746" y="1002349"/>
                  <a:pt x="1524872" y="939221"/>
                </a:cubicBezTo>
                <a:cubicBezTo>
                  <a:pt x="1439310" y="926178"/>
                  <a:pt x="1369923" y="985133"/>
                  <a:pt x="1267145" y="956439"/>
                </a:cubicBezTo>
                <a:cubicBezTo>
                  <a:pt x="1429920" y="895398"/>
                  <a:pt x="1579131" y="867746"/>
                  <a:pt x="1697039" y="783749"/>
                </a:cubicBezTo>
                <a:cubicBezTo>
                  <a:pt x="1711648" y="773315"/>
                  <a:pt x="1740342" y="776446"/>
                  <a:pt x="1762255" y="772794"/>
                </a:cubicBezTo>
                <a:cubicBezTo>
                  <a:pt x="1992852" y="735752"/>
                  <a:pt x="2224495" y="704449"/>
                  <a:pt x="2452486" y="650712"/>
                </a:cubicBezTo>
                <a:cubicBezTo>
                  <a:pt x="2504136" y="638191"/>
                  <a:pt x="2595436" y="635061"/>
                  <a:pt x="2586045" y="590193"/>
                </a:cubicBezTo>
                <a:cubicBezTo>
                  <a:pt x="2571959" y="522891"/>
                  <a:pt x="2486919" y="570889"/>
                  <a:pt x="2432138" y="577150"/>
                </a:cubicBezTo>
                <a:cubicBezTo>
                  <a:pt x="2262059" y="597497"/>
                  <a:pt x="2091979" y="632974"/>
                  <a:pt x="1919291" y="613149"/>
                </a:cubicBezTo>
                <a:cubicBezTo>
                  <a:pt x="2035633" y="588107"/>
                  <a:pt x="2151455" y="562542"/>
                  <a:pt x="2267799" y="537499"/>
                </a:cubicBezTo>
                <a:cubicBezTo>
                  <a:pt x="2134238" y="546368"/>
                  <a:pt x="2017896" y="487936"/>
                  <a:pt x="1887988" y="514022"/>
                </a:cubicBezTo>
                <a:cubicBezTo>
                  <a:pt x="1846250" y="522370"/>
                  <a:pt x="1802427" y="495762"/>
                  <a:pt x="1798252" y="454546"/>
                </a:cubicBezTo>
                <a:cubicBezTo>
                  <a:pt x="1793557" y="421678"/>
                  <a:pt x="1832686" y="407071"/>
                  <a:pt x="1862424" y="396636"/>
                </a:cubicBezTo>
                <a:cubicBezTo>
                  <a:pt x="1938595" y="370028"/>
                  <a:pt x="1999113" y="291250"/>
                  <a:pt x="2096675" y="332987"/>
                </a:cubicBezTo>
                <a:cubicBezTo>
                  <a:pt x="2158237" y="267250"/>
                  <a:pt x="2256320" y="256816"/>
                  <a:pt x="2335621" y="239600"/>
                </a:cubicBezTo>
                <a:cubicBezTo>
                  <a:pt x="2588654" y="185341"/>
                  <a:pt x="2845338" y="143081"/>
                  <a:pt x="3102023" y="107082"/>
                </a:cubicBezTo>
                <a:cubicBezTo>
                  <a:pt x="3270538" y="83605"/>
                  <a:pt x="3444270" y="93518"/>
                  <a:pt x="3611219" y="63780"/>
                </a:cubicBezTo>
                <a:cubicBezTo>
                  <a:pt x="3937814" y="5869"/>
                  <a:pt x="4262322" y="7436"/>
                  <a:pt x="4587352" y="1175"/>
                </a:cubicBezTo>
                <a:cubicBezTo>
                  <a:pt x="4663262" y="-260"/>
                  <a:pt x="4738976" y="-293"/>
                  <a:pt x="4814568" y="604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Tải Logo Trường Đại Học Văn Lang Miễn Phí File AI, SVG, PNG, EPS">
            <a:extLst>
              <a:ext uri="{FF2B5EF4-FFF2-40B4-BE49-F238E27FC236}">
                <a16:creationId xmlns:a16="http://schemas.microsoft.com/office/drawing/2014/main" id="{B3A5DC36-BF7F-23FB-5050-43B72DDB46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2306" y="133176"/>
            <a:ext cx="989992" cy="1131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7D681B2-896E-0089-8F01-06E78F58A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4086C37-128E-3D2E-506E-4C1A9681508D}"/>
              </a:ext>
            </a:extLst>
          </p:cNvPr>
          <p:cNvSpPr/>
          <p:nvPr/>
        </p:nvSpPr>
        <p:spPr>
          <a:xfrm>
            <a:off x="-3048" y="-1"/>
            <a:ext cx="4908423" cy="914400"/>
          </a:xfrm>
          <a:prstGeom prst="rect">
            <a:avLst/>
          </a:prstGeom>
          <a:solidFill>
            <a:srgbClr val="D720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457200" tIns="0" rIns="0" bIns="0" rtlCol="0" anchor="ctr" anchorCtr="0"/>
          <a:lstStyle/>
          <a:p>
            <a:r>
              <a:rPr 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I. Overview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AA039A64-3137-62D4-ED7C-1234AFA946C8}"/>
              </a:ext>
            </a:extLst>
          </p:cNvPr>
          <p:cNvSpPr/>
          <p:nvPr/>
        </p:nvSpPr>
        <p:spPr>
          <a:xfrm>
            <a:off x="4354449" y="-2"/>
            <a:ext cx="1104900" cy="914399"/>
          </a:xfrm>
          <a:prstGeom prst="ellipse">
            <a:avLst/>
          </a:prstGeom>
          <a:solidFill>
            <a:srgbClr val="D720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79E7275-BD21-086E-19FF-F1B47CC64C5F}"/>
              </a:ext>
            </a:extLst>
          </p:cNvPr>
          <p:cNvSpPr/>
          <p:nvPr/>
        </p:nvSpPr>
        <p:spPr>
          <a:xfrm>
            <a:off x="-3050" y="977156"/>
            <a:ext cx="4908423" cy="457198"/>
          </a:xfrm>
          <a:prstGeom prst="rect">
            <a:avLst/>
          </a:prstGeom>
          <a:solidFill>
            <a:srgbClr val="D720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457200" tIns="0" rIns="0" bIns="0" rtlCol="0" anchor="ctr" anchorCtr="0"/>
          <a:lstStyle/>
          <a:p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1.1 Background and  Problem</a:t>
            </a:r>
          </a:p>
        </p:txBody>
      </p:sp>
      <p:sp>
        <p:nvSpPr>
          <p:cNvPr id="4" name="Google Shape;104;p15">
            <a:extLst>
              <a:ext uri="{FF2B5EF4-FFF2-40B4-BE49-F238E27FC236}">
                <a16:creationId xmlns:a16="http://schemas.microsoft.com/office/drawing/2014/main" id="{8AD3EC4B-8C77-7B80-41A9-3351769B4119}"/>
              </a:ext>
            </a:extLst>
          </p:cNvPr>
          <p:cNvSpPr txBox="1"/>
          <p:nvPr/>
        </p:nvSpPr>
        <p:spPr>
          <a:xfrm>
            <a:off x="914400" y="1828800"/>
            <a:ext cx="10097906" cy="3877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Urbanist"/>
              </a:rPr>
              <a:t>Current FFR training relies heavily on static manuals and infrequent physical drills. These methods lack real-time consequence analysis.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Urbanist"/>
              </a:rPr>
              <a:t>Ignis Guard 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Urbanist"/>
              </a:rPr>
              <a:t>transforms training from passive learning to a dynamic Action-Result-Reflection cycle.</a:t>
            </a: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Urbanist"/>
              </a:rPr>
              <a:t>High cost of physical drills</a:t>
            </a: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Urbanist"/>
              </a:rPr>
              <a:t>Difficulty in repeating dangerous scenarios</a:t>
            </a: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Urbanist"/>
              </a:rPr>
              <a:t>Lack of data-driven feedback</a:t>
            </a: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47193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74BB30-3784-291B-B595-5766DC8A68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1CA98CBA-1012-C54F-9EFA-C9B05FFF43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Tải Logo Trường Đại Học Văn Lang Miễn Phí File AI, SVG, PNG, EPS">
            <a:extLst>
              <a:ext uri="{FF2B5EF4-FFF2-40B4-BE49-F238E27FC236}">
                <a16:creationId xmlns:a16="http://schemas.microsoft.com/office/drawing/2014/main" id="{8E483FFF-4157-977B-6B9C-7459FBE7FD2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151" r="-2" b="20691"/>
          <a:stretch>
            <a:fillRect/>
          </a:stretch>
        </p:blipFill>
        <p:spPr bwMode="auto">
          <a:xfrm>
            <a:off x="0" y="0"/>
            <a:ext cx="12192000" cy="6857999"/>
          </a:xfrm>
          <a:custGeom>
            <a:avLst/>
            <a:gdLst/>
            <a:ahLst/>
            <a:cxnLst/>
            <a:rect l="l" t="t" r="r" b="b"/>
            <a:pathLst>
              <a:path w="8500451" h="5783926">
                <a:moveTo>
                  <a:pt x="4814568" y="604"/>
                </a:moveTo>
                <a:cubicBezTo>
                  <a:pt x="5041344" y="3294"/>
                  <a:pt x="5267019" y="14348"/>
                  <a:pt x="5493575" y="21000"/>
                </a:cubicBezTo>
                <a:cubicBezTo>
                  <a:pt x="5987120" y="36130"/>
                  <a:pt x="6483273" y="35607"/>
                  <a:pt x="6977859" y="46564"/>
                </a:cubicBezTo>
                <a:cubicBezTo>
                  <a:pt x="7286195" y="53346"/>
                  <a:pt x="7590877" y="77867"/>
                  <a:pt x="7880953" y="154038"/>
                </a:cubicBezTo>
                <a:cubicBezTo>
                  <a:pt x="7921646" y="164993"/>
                  <a:pt x="7967557" y="167081"/>
                  <a:pt x="7998861" y="193166"/>
                </a:cubicBezTo>
                <a:cubicBezTo>
                  <a:pt x="8033815" y="222382"/>
                  <a:pt x="8019729" y="265163"/>
                  <a:pt x="7968600" y="273511"/>
                </a:cubicBezTo>
                <a:cubicBezTo>
                  <a:pt x="7903386" y="284466"/>
                  <a:pt x="7836607" y="287597"/>
                  <a:pt x="7764609" y="294901"/>
                </a:cubicBezTo>
                <a:cubicBezTo>
                  <a:pt x="7792260" y="335073"/>
                  <a:pt x="7859040" y="304814"/>
                  <a:pt x="7876257" y="354899"/>
                </a:cubicBezTo>
                <a:cubicBezTo>
                  <a:pt x="7799043" y="389332"/>
                  <a:pt x="7705656" y="366898"/>
                  <a:pt x="7631049" y="400810"/>
                </a:cubicBezTo>
                <a:cubicBezTo>
                  <a:pt x="7633137" y="424287"/>
                  <a:pt x="7649831" y="426374"/>
                  <a:pt x="7663396" y="432635"/>
                </a:cubicBezTo>
                <a:cubicBezTo>
                  <a:pt x="7676961" y="438373"/>
                  <a:pt x="7710871" y="430026"/>
                  <a:pt x="7696264" y="462894"/>
                </a:cubicBezTo>
                <a:cubicBezTo>
                  <a:pt x="7541315" y="482719"/>
                  <a:pt x="7393147" y="550021"/>
                  <a:pt x="7229849" y="540630"/>
                </a:cubicBezTo>
                <a:cubicBezTo>
                  <a:pt x="7431755" y="558890"/>
                  <a:pt x="7602355" y="633496"/>
                  <a:pt x="7780782" y="683059"/>
                </a:cubicBezTo>
                <a:cubicBezTo>
                  <a:pt x="7773479" y="741491"/>
                  <a:pt x="7701483" y="718014"/>
                  <a:pt x="7680613" y="759751"/>
                </a:cubicBezTo>
                <a:cubicBezTo>
                  <a:pt x="7794869" y="788967"/>
                  <a:pt x="7904429" y="823401"/>
                  <a:pt x="7998861" y="880789"/>
                </a:cubicBezTo>
                <a:cubicBezTo>
                  <a:pt x="8083901" y="932439"/>
                  <a:pt x="8164765" y="989306"/>
                  <a:pt x="8257111" y="1031566"/>
                </a:cubicBezTo>
                <a:cubicBezTo>
                  <a:pt x="8354150" y="1075912"/>
                  <a:pt x="8413103" y="1132779"/>
                  <a:pt x="8402148" y="1229819"/>
                </a:cubicBezTo>
                <a:cubicBezTo>
                  <a:pt x="8397452" y="1269468"/>
                  <a:pt x="8409973" y="1302859"/>
                  <a:pt x="8453275" y="1318510"/>
                </a:cubicBezTo>
                <a:cubicBezTo>
                  <a:pt x="8507013" y="1337814"/>
                  <a:pt x="8501275" y="1367029"/>
                  <a:pt x="8499187" y="1411897"/>
                </a:cubicBezTo>
                <a:cubicBezTo>
                  <a:pt x="8496056" y="1465634"/>
                  <a:pt x="8468406" y="1486504"/>
                  <a:pt x="8419885" y="1504764"/>
                </a:cubicBezTo>
                <a:cubicBezTo>
                  <a:pt x="8350497" y="1530327"/>
                  <a:pt x="8349975" y="1569978"/>
                  <a:pt x="8368237" y="1617454"/>
                </a:cubicBezTo>
                <a:cubicBezTo>
                  <a:pt x="8378149" y="1643540"/>
                  <a:pt x="8393278" y="1664409"/>
                  <a:pt x="8415713" y="1683712"/>
                </a:cubicBezTo>
                <a:cubicBezTo>
                  <a:pt x="8493448" y="1751014"/>
                  <a:pt x="8492927" y="1752056"/>
                  <a:pt x="8416755" y="1831880"/>
                </a:cubicBezTo>
                <a:cubicBezTo>
                  <a:pt x="8396408" y="1853269"/>
                  <a:pt x="8374496" y="1867356"/>
                  <a:pt x="8383888" y="1901790"/>
                </a:cubicBezTo>
                <a:cubicBezTo>
                  <a:pt x="8415713" y="2016046"/>
                  <a:pt x="8411538" y="2016046"/>
                  <a:pt x="8283717" y="2053609"/>
                </a:cubicBezTo>
                <a:cubicBezTo>
                  <a:pt x="8254501" y="2062479"/>
                  <a:pt x="8215373" y="2054653"/>
                  <a:pt x="8198678" y="2087521"/>
                </a:cubicBezTo>
                <a:cubicBezTo>
                  <a:pt x="8209113" y="2111521"/>
                  <a:pt x="8184591" y="2690625"/>
                  <a:pt x="8207547" y="2700017"/>
                </a:cubicBezTo>
                <a:cubicBezTo>
                  <a:pt x="8387017" y="2773578"/>
                  <a:pt x="8409451" y="2860184"/>
                  <a:pt x="8269632" y="2996352"/>
                </a:cubicBezTo>
                <a:cubicBezTo>
                  <a:pt x="8175722" y="3087653"/>
                  <a:pt x="8186677" y="3236864"/>
                  <a:pt x="8225807" y="3330251"/>
                </a:cubicBezTo>
                <a:cubicBezTo>
                  <a:pt x="8373452" y="3371467"/>
                  <a:pt x="8341107" y="3481027"/>
                  <a:pt x="8370845" y="3577023"/>
                </a:cubicBezTo>
                <a:cubicBezTo>
                  <a:pt x="8392757" y="3649020"/>
                  <a:pt x="8306673" y="3639107"/>
                  <a:pt x="8310847" y="3671976"/>
                </a:cubicBezTo>
                <a:cubicBezTo>
                  <a:pt x="8365105" y="3711626"/>
                  <a:pt x="8437624" y="3724148"/>
                  <a:pt x="8479884" y="3778406"/>
                </a:cubicBezTo>
                <a:cubicBezTo>
                  <a:pt x="8403713" y="3818056"/>
                  <a:pt x="8365105" y="3873880"/>
                  <a:pt x="8322845" y="3929703"/>
                </a:cubicBezTo>
                <a:cubicBezTo>
                  <a:pt x="8254501" y="4020482"/>
                  <a:pt x="8161635" y="4097174"/>
                  <a:pt x="8063031" y="4166563"/>
                </a:cubicBezTo>
                <a:cubicBezTo>
                  <a:pt x="8012947" y="4649674"/>
                  <a:pt x="7851215" y="5156783"/>
                  <a:pt x="7833475" y="5181825"/>
                </a:cubicBezTo>
                <a:cubicBezTo>
                  <a:pt x="7760436" y="5174520"/>
                  <a:pt x="7618528" y="5466682"/>
                  <a:pt x="7495403" y="5493812"/>
                </a:cubicBezTo>
                <a:cubicBezTo>
                  <a:pt x="7366017" y="5523550"/>
                  <a:pt x="5441925" y="5797973"/>
                  <a:pt x="5148199" y="5783364"/>
                </a:cubicBezTo>
                <a:cubicBezTo>
                  <a:pt x="3551743" y="5705628"/>
                  <a:pt x="3505310" y="5598155"/>
                  <a:pt x="3505310" y="5598155"/>
                </a:cubicBezTo>
                <a:cubicBezTo>
                  <a:pt x="3505310" y="5598155"/>
                  <a:pt x="3596089" y="5571548"/>
                  <a:pt x="3675390" y="5541287"/>
                </a:cubicBezTo>
                <a:cubicBezTo>
                  <a:pt x="3627392" y="5542853"/>
                  <a:pt x="3579395" y="5543896"/>
                  <a:pt x="3531919" y="5542331"/>
                </a:cubicBezTo>
                <a:cubicBezTo>
                  <a:pt x="3164108" y="5531375"/>
                  <a:pt x="3500093" y="5511028"/>
                  <a:pt x="3138022" y="5469291"/>
                </a:cubicBezTo>
                <a:cubicBezTo>
                  <a:pt x="2527092" y="5398860"/>
                  <a:pt x="2618913" y="5380598"/>
                  <a:pt x="2058068" y="5181825"/>
                </a:cubicBezTo>
                <a:cubicBezTo>
                  <a:pt x="2008504" y="5164086"/>
                  <a:pt x="1660519" y="5056613"/>
                  <a:pt x="1447659" y="5044613"/>
                </a:cubicBezTo>
                <a:cubicBezTo>
                  <a:pt x="1391313" y="5041483"/>
                  <a:pt x="1329751" y="5042527"/>
                  <a:pt x="1281230" y="4977311"/>
                </a:cubicBezTo>
                <a:cubicBezTo>
                  <a:pt x="1429920" y="4979399"/>
                  <a:pt x="1557741" y="4979399"/>
                  <a:pt x="1696518" y="4945487"/>
                </a:cubicBezTo>
                <a:cubicBezTo>
                  <a:pt x="1622434" y="4898532"/>
                  <a:pt x="1537394" y="4938705"/>
                  <a:pt x="1478440" y="4905836"/>
                </a:cubicBezTo>
                <a:cubicBezTo>
                  <a:pt x="1423138" y="4875577"/>
                  <a:pt x="1375140" y="4871404"/>
                  <a:pt x="1318795" y="4919401"/>
                </a:cubicBezTo>
                <a:cubicBezTo>
                  <a:pt x="1289578" y="4944443"/>
                  <a:pt x="1237928" y="4939747"/>
                  <a:pt x="1208190" y="4925140"/>
                </a:cubicBezTo>
                <a:cubicBezTo>
                  <a:pt x="1049066" y="4846360"/>
                  <a:pt x="1052718" y="4847404"/>
                  <a:pt x="875857" y="4867751"/>
                </a:cubicBezTo>
                <a:cubicBezTo>
                  <a:pt x="763166" y="4880272"/>
                  <a:pt x="648388" y="4902706"/>
                  <a:pt x="545088" y="4889141"/>
                </a:cubicBezTo>
                <a:cubicBezTo>
                  <a:pt x="532045" y="4859403"/>
                  <a:pt x="543522" y="4845839"/>
                  <a:pt x="558131" y="4841666"/>
                </a:cubicBezTo>
                <a:cubicBezTo>
                  <a:pt x="796034" y="4776973"/>
                  <a:pt x="840379" y="4702889"/>
                  <a:pt x="1081413" y="4662717"/>
                </a:cubicBezTo>
                <a:cubicBezTo>
                  <a:pt x="1099151" y="4617327"/>
                  <a:pt x="1011503" y="4609500"/>
                  <a:pt x="1052718" y="4564633"/>
                </a:cubicBezTo>
                <a:cubicBezTo>
                  <a:pt x="1127846" y="4529678"/>
                  <a:pt x="1216016" y="4570894"/>
                  <a:pt x="1290622" y="4525505"/>
                </a:cubicBezTo>
                <a:cubicBezTo>
                  <a:pt x="1277579" y="4493158"/>
                  <a:pt x="1214972" y="4516636"/>
                  <a:pt x="1217581" y="4482202"/>
                </a:cubicBezTo>
                <a:cubicBezTo>
                  <a:pt x="1220712" y="4442552"/>
                  <a:pt x="1264536" y="4448813"/>
                  <a:pt x="1294796" y="4451421"/>
                </a:cubicBezTo>
                <a:cubicBezTo>
                  <a:pt x="1441398" y="4464985"/>
                  <a:pt x="1568696" y="4390902"/>
                  <a:pt x="1709040" y="4365860"/>
                </a:cubicBezTo>
                <a:cubicBezTo>
                  <a:pt x="1559306" y="4303253"/>
                  <a:pt x="686474" y="4353338"/>
                  <a:pt x="530479" y="4334034"/>
                </a:cubicBezTo>
                <a:cubicBezTo>
                  <a:pt x="367182" y="4314210"/>
                  <a:pt x="107367" y="4261516"/>
                  <a:pt x="174146" y="4244821"/>
                </a:cubicBezTo>
                <a:cubicBezTo>
                  <a:pt x="249796" y="4225518"/>
                  <a:pt x="519524" y="3996484"/>
                  <a:pt x="596216" y="3986050"/>
                </a:cubicBezTo>
                <a:cubicBezTo>
                  <a:pt x="685430" y="3974050"/>
                  <a:pt x="703169" y="3957876"/>
                  <a:pt x="820554" y="3875967"/>
                </a:cubicBezTo>
                <a:cubicBezTo>
                  <a:pt x="897769" y="3822230"/>
                  <a:pt x="576391" y="3939094"/>
                  <a:pt x="451179" y="3901009"/>
                </a:cubicBezTo>
                <a:cubicBezTo>
                  <a:pt x="405268" y="3886923"/>
                  <a:pt x="729255" y="3738233"/>
                  <a:pt x="729255" y="3711105"/>
                </a:cubicBezTo>
                <a:cubicBezTo>
                  <a:pt x="729255" y="3682409"/>
                  <a:pt x="700038" y="3676150"/>
                  <a:pt x="672387" y="3676150"/>
                </a:cubicBezTo>
                <a:cubicBezTo>
                  <a:pt x="610824" y="3676150"/>
                  <a:pt x="629606" y="3651106"/>
                  <a:pt x="568043" y="3652673"/>
                </a:cubicBezTo>
                <a:cubicBezTo>
                  <a:pt x="748558" y="3580154"/>
                  <a:pt x="860205" y="3599458"/>
                  <a:pt x="1038632" y="3533198"/>
                </a:cubicBezTo>
                <a:cubicBezTo>
                  <a:pt x="1125760" y="3500852"/>
                  <a:pt x="817425" y="3393378"/>
                  <a:pt x="907160" y="3365206"/>
                </a:cubicBezTo>
                <a:cubicBezTo>
                  <a:pt x="941071" y="3354249"/>
                  <a:pt x="986461" y="3365727"/>
                  <a:pt x="1009938" y="3327120"/>
                </a:cubicBezTo>
                <a:cubicBezTo>
                  <a:pt x="972897" y="3296340"/>
                  <a:pt x="923855" y="3309904"/>
                  <a:pt x="886812" y="3322425"/>
                </a:cubicBezTo>
                <a:cubicBezTo>
                  <a:pt x="792381" y="3354772"/>
                  <a:pt x="799165" y="3346946"/>
                  <a:pt x="789773" y="3322947"/>
                </a:cubicBezTo>
                <a:cubicBezTo>
                  <a:pt x="758993" y="3241037"/>
                  <a:pt x="682822" y="3267123"/>
                  <a:pt x="615520" y="3280688"/>
                </a:cubicBezTo>
                <a:cubicBezTo>
                  <a:pt x="412050" y="3321382"/>
                  <a:pt x="205972" y="3309904"/>
                  <a:pt x="3023" y="3351641"/>
                </a:cubicBezTo>
                <a:cubicBezTo>
                  <a:pt x="-18888" y="3356337"/>
                  <a:pt x="83890" y="3262949"/>
                  <a:pt x="132409" y="3251993"/>
                </a:cubicBezTo>
                <a:cubicBezTo>
                  <a:pt x="185103" y="3240516"/>
                  <a:pt x="249796" y="3248863"/>
                  <a:pt x="287360" y="3195127"/>
                </a:cubicBezTo>
                <a:cubicBezTo>
                  <a:pt x="220579" y="3181561"/>
                  <a:pt x="144410" y="3207647"/>
                  <a:pt x="78150" y="3164866"/>
                </a:cubicBezTo>
                <a:cubicBezTo>
                  <a:pt x="225276" y="3105913"/>
                  <a:pt x="371878" y="3107999"/>
                  <a:pt x="498655" y="3069914"/>
                </a:cubicBezTo>
                <a:cubicBezTo>
                  <a:pt x="510133" y="2999483"/>
                  <a:pt x="426658" y="3025046"/>
                  <a:pt x="396399" y="2984874"/>
                </a:cubicBezTo>
                <a:cubicBezTo>
                  <a:pt x="1351140" y="2916007"/>
                  <a:pt x="817946" y="2712537"/>
                  <a:pt x="658822" y="2601411"/>
                </a:cubicBezTo>
                <a:cubicBezTo>
                  <a:pt x="605607" y="2564370"/>
                  <a:pt x="1164888" y="2388551"/>
                  <a:pt x="1183148" y="2383856"/>
                </a:cubicBezTo>
                <a:cubicBezTo>
                  <a:pt x="1229581" y="2372900"/>
                  <a:pt x="1413747" y="2380725"/>
                  <a:pt x="1451311" y="2366639"/>
                </a:cubicBezTo>
                <a:cubicBezTo>
                  <a:pt x="1499309" y="2348901"/>
                  <a:pt x="1340706" y="2318120"/>
                  <a:pt x="1376184" y="2296729"/>
                </a:cubicBezTo>
                <a:cubicBezTo>
                  <a:pt x="1625043" y="2145953"/>
                  <a:pt x="1642780" y="1919006"/>
                  <a:pt x="1572870" y="1902834"/>
                </a:cubicBezTo>
                <a:cubicBezTo>
                  <a:pt x="1500353" y="1886138"/>
                  <a:pt x="1429399" y="1899181"/>
                  <a:pt x="1362097" y="1926311"/>
                </a:cubicBezTo>
                <a:cubicBezTo>
                  <a:pt x="1252536" y="1970656"/>
                  <a:pt x="493960" y="1907528"/>
                  <a:pt x="281620" y="1943006"/>
                </a:cubicBezTo>
                <a:cubicBezTo>
                  <a:pt x="249274" y="1948223"/>
                  <a:pt x="205451" y="1971700"/>
                  <a:pt x="174669" y="1927876"/>
                </a:cubicBezTo>
                <a:cubicBezTo>
                  <a:pt x="393269" y="1785969"/>
                  <a:pt x="673952" y="1826663"/>
                  <a:pt x="918115" y="1730145"/>
                </a:cubicBezTo>
                <a:cubicBezTo>
                  <a:pt x="822119" y="1663886"/>
                  <a:pt x="724558" y="1667017"/>
                  <a:pt x="624389" y="1676929"/>
                </a:cubicBezTo>
                <a:cubicBezTo>
                  <a:pt x="598304" y="1679538"/>
                  <a:pt x="562826" y="1683190"/>
                  <a:pt x="556565" y="1655539"/>
                </a:cubicBezTo>
                <a:cubicBezTo>
                  <a:pt x="548739" y="1620584"/>
                  <a:pt x="590999" y="1614323"/>
                  <a:pt x="618650" y="1600237"/>
                </a:cubicBezTo>
                <a:cubicBezTo>
                  <a:pt x="660909" y="1578325"/>
                  <a:pt x="723515" y="1604410"/>
                  <a:pt x="775165" y="1544413"/>
                </a:cubicBezTo>
                <a:cubicBezTo>
                  <a:pt x="618650" y="1558500"/>
                  <a:pt x="486656" y="1583021"/>
                  <a:pt x="348401" y="1624758"/>
                </a:cubicBezTo>
                <a:cubicBezTo>
                  <a:pt x="360400" y="1587717"/>
                  <a:pt x="402137" y="1570499"/>
                  <a:pt x="378660" y="1539719"/>
                </a:cubicBezTo>
                <a:cubicBezTo>
                  <a:pt x="360922" y="1516763"/>
                  <a:pt x="310316" y="1505806"/>
                  <a:pt x="336402" y="1463025"/>
                </a:cubicBezTo>
                <a:cubicBezTo>
                  <a:pt x="409963" y="1417636"/>
                  <a:pt x="514307" y="1429636"/>
                  <a:pt x="576913" y="1364421"/>
                </a:cubicBezTo>
                <a:cubicBezTo>
                  <a:pt x="665605" y="1271556"/>
                  <a:pt x="803338" y="1239731"/>
                  <a:pt x="911856" y="1171908"/>
                </a:cubicBezTo>
                <a:cubicBezTo>
                  <a:pt x="947853" y="1149995"/>
                  <a:pt x="1184192" y="1073303"/>
                  <a:pt x="1247841" y="1048782"/>
                </a:cubicBezTo>
                <a:cubicBezTo>
                  <a:pt x="1336532" y="1014349"/>
                  <a:pt x="1437746" y="1002349"/>
                  <a:pt x="1524872" y="939221"/>
                </a:cubicBezTo>
                <a:cubicBezTo>
                  <a:pt x="1439310" y="926178"/>
                  <a:pt x="1369923" y="985133"/>
                  <a:pt x="1267145" y="956439"/>
                </a:cubicBezTo>
                <a:cubicBezTo>
                  <a:pt x="1429920" y="895398"/>
                  <a:pt x="1579131" y="867746"/>
                  <a:pt x="1697039" y="783749"/>
                </a:cubicBezTo>
                <a:cubicBezTo>
                  <a:pt x="1711648" y="773315"/>
                  <a:pt x="1740342" y="776446"/>
                  <a:pt x="1762255" y="772794"/>
                </a:cubicBezTo>
                <a:cubicBezTo>
                  <a:pt x="1992852" y="735752"/>
                  <a:pt x="2224495" y="704449"/>
                  <a:pt x="2452486" y="650712"/>
                </a:cubicBezTo>
                <a:cubicBezTo>
                  <a:pt x="2504136" y="638191"/>
                  <a:pt x="2595436" y="635061"/>
                  <a:pt x="2586045" y="590193"/>
                </a:cubicBezTo>
                <a:cubicBezTo>
                  <a:pt x="2571959" y="522891"/>
                  <a:pt x="2486919" y="570889"/>
                  <a:pt x="2432138" y="577150"/>
                </a:cubicBezTo>
                <a:cubicBezTo>
                  <a:pt x="2262059" y="597497"/>
                  <a:pt x="2091979" y="632974"/>
                  <a:pt x="1919291" y="613149"/>
                </a:cubicBezTo>
                <a:cubicBezTo>
                  <a:pt x="2035633" y="588107"/>
                  <a:pt x="2151455" y="562542"/>
                  <a:pt x="2267799" y="537499"/>
                </a:cubicBezTo>
                <a:cubicBezTo>
                  <a:pt x="2134238" y="546368"/>
                  <a:pt x="2017896" y="487936"/>
                  <a:pt x="1887988" y="514022"/>
                </a:cubicBezTo>
                <a:cubicBezTo>
                  <a:pt x="1846250" y="522370"/>
                  <a:pt x="1802427" y="495762"/>
                  <a:pt x="1798252" y="454546"/>
                </a:cubicBezTo>
                <a:cubicBezTo>
                  <a:pt x="1793557" y="421678"/>
                  <a:pt x="1832686" y="407071"/>
                  <a:pt x="1862424" y="396636"/>
                </a:cubicBezTo>
                <a:cubicBezTo>
                  <a:pt x="1938595" y="370028"/>
                  <a:pt x="1999113" y="291250"/>
                  <a:pt x="2096675" y="332987"/>
                </a:cubicBezTo>
                <a:cubicBezTo>
                  <a:pt x="2158237" y="267250"/>
                  <a:pt x="2256320" y="256816"/>
                  <a:pt x="2335621" y="239600"/>
                </a:cubicBezTo>
                <a:cubicBezTo>
                  <a:pt x="2588654" y="185341"/>
                  <a:pt x="2845338" y="143081"/>
                  <a:pt x="3102023" y="107082"/>
                </a:cubicBezTo>
                <a:cubicBezTo>
                  <a:pt x="3270538" y="83605"/>
                  <a:pt x="3444270" y="93518"/>
                  <a:pt x="3611219" y="63780"/>
                </a:cubicBezTo>
                <a:cubicBezTo>
                  <a:pt x="3937814" y="5869"/>
                  <a:pt x="4262322" y="7436"/>
                  <a:pt x="4587352" y="1175"/>
                </a:cubicBezTo>
                <a:cubicBezTo>
                  <a:pt x="4663262" y="-260"/>
                  <a:pt x="4738976" y="-293"/>
                  <a:pt x="4814568" y="604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Tải Logo Trường Đại Học Văn Lang Miễn Phí File AI, SVG, PNG, EPS">
            <a:extLst>
              <a:ext uri="{FF2B5EF4-FFF2-40B4-BE49-F238E27FC236}">
                <a16:creationId xmlns:a16="http://schemas.microsoft.com/office/drawing/2014/main" id="{B5564504-FA28-14F9-4905-3CF890DAEC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2306" y="133176"/>
            <a:ext cx="989992" cy="1131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48DA96C-6154-EBC4-28BB-C2077EC94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933131F-B01F-BE99-39E5-380774351C1A}"/>
              </a:ext>
            </a:extLst>
          </p:cNvPr>
          <p:cNvSpPr/>
          <p:nvPr/>
        </p:nvSpPr>
        <p:spPr>
          <a:xfrm>
            <a:off x="-3048" y="-1"/>
            <a:ext cx="4908423" cy="914400"/>
          </a:xfrm>
          <a:prstGeom prst="rect">
            <a:avLst/>
          </a:prstGeom>
          <a:solidFill>
            <a:srgbClr val="D720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457200" tIns="0" rIns="0" bIns="0" rtlCol="0" anchor="ctr" anchorCtr="0"/>
          <a:lstStyle/>
          <a:p>
            <a:r>
              <a:rPr 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I. Overview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1917640B-0CB6-1291-5834-457B021D1C92}"/>
              </a:ext>
            </a:extLst>
          </p:cNvPr>
          <p:cNvSpPr/>
          <p:nvPr/>
        </p:nvSpPr>
        <p:spPr>
          <a:xfrm>
            <a:off x="4354449" y="-2"/>
            <a:ext cx="1104900" cy="914399"/>
          </a:xfrm>
          <a:prstGeom prst="ellipse">
            <a:avLst/>
          </a:prstGeom>
          <a:solidFill>
            <a:srgbClr val="D720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3F86245-1BC8-192F-2511-40E5F4618208}"/>
              </a:ext>
            </a:extLst>
          </p:cNvPr>
          <p:cNvSpPr/>
          <p:nvPr/>
        </p:nvSpPr>
        <p:spPr>
          <a:xfrm>
            <a:off x="-3048" y="977156"/>
            <a:ext cx="4114800" cy="457198"/>
          </a:xfrm>
          <a:prstGeom prst="rect">
            <a:avLst/>
          </a:prstGeom>
          <a:solidFill>
            <a:srgbClr val="D720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457200" tIns="0" rIns="0" bIns="0" rtlCol="0" anchor="ctr" anchorCtr="0"/>
          <a:lstStyle/>
          <a:p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1.2 Proposed Solution</a:t>
            </a:r>
          </a:p>
        </p:txBody>
      </p:sp>
      <p:sp>
        <p:nvSpPr>
          <p:cNvPr id="4" name="Google Shape;104;p15">
            <a:extLst>
              <a:ext uri="{FF2B5EF4-FFF2-40B4-BE49-F238E27FC236}">
                <a16:creationId xmlns:a16="http://schemas.microsoft.com/office/drawing/2014/main" id="{016142D8-67C8-F948-BCE7-549D8C610956}"/>
              </a:ext>
            </a:extLst>
          </p:cNvPr>
          <p:cNvSpPr txBox="1"/>
          <p:nvPr/>
        </p:nvSpPr>
        <p:spPr>
          <a:xfrm>
            <a:off x="914400" y="1828800"/>
            <a:ext cx="10097906" cy="4985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i="0" u="none" strike="noStrike" cap="none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Urbanist"/>
              </a:rPr>
              <a:t>Ignis Guard </a:t>
            </a:r>
            <a:r>
              <a:rPr lang="en-US" sz="2400" b="0" i="0" u="none" strike="noStrike" cap="none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Urbanist"/>
              </a:rPr>
              <a:t>is a simulation-based serious game designed to bridge the gap between theoretical FFR training and real-world tactical response.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Urbanist"/>
              </a:rPr>
              <a:t>The core objective is to create a safe, repeatable learning environment focusing on 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Urbanist"/>
              </a:rPr>
              <a:t>Emergency Information Synthesis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Urbanist"/>
              </a:rPr>
              <a:t> and 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Urbanist"/>
              </a:rPr>
              <a:t>SOP Compliance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Urbanist"/>
              </a:rPr>
              <a:t>.</a:t>
            </a: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Urbanist"/>
              </a:rPr>
              <a:t>Safe environment for high-risk scenarios</a:t>
            </a: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Urbanist"/>
              </a:rPr>
              <a:t>Immediate feedback loop on tactical errors</a:t>
            </a: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Urbanist"/>
              </a:rPr>
              <a:t>Emphasis on the "Call Phase" impact</a:t>
            </a: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80988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474658-982B-0550-D2EF-3A3AC6C21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6E87F079-0CE7-2DE1-8D7B-8E39838278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Tải Logo Trường Đại Học Văn Lang Miễn Phí File AI, SVG, PNG, EPS">
            <a:extLst>
              <a:ext uri="{FF2B5EF4-FFF2-40B4-BE49-F238E27FC236}">
                <a16:creationId xmlns:a16="http://schemas.microsoft.com/office/drawing/2014/main" id="{155855C6-AFE3-91CC-0EB2-4D11ED6A45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151" r="-2" b="20691"/>
          <a:stretch>
            <a:fillRect/>
          </a:stretch>
        </p:blipFill>
        <p:spPr bwMode="auto">
          <a:xfrm>
            <a:off x="0" y="0"/>
            <a:ext cx="12192000" cy="6857999"/>
          </a:xfrm>
          <a:custGeom>
            <a:avLst/>
            <a:gdLst/>
            <a:ahLst/>
            <a:cxnLst/>
            <a:rect l="l" t="t" r="r" b="b"/>
            <a:pathLst>
              <a:path w="8500451" h="5783926">
                <a:moveTo>
                  <a:pt x="4814568" y="604"/>
                </a:moveTo>
                <a:cubicBezTo>
                  <a:pt x="5041344" y="3294"/>
                  <a:pt x="5267019" y="14348"/>
                  <a:pt x="5493575" y="21000"/>
                </a:cubicBezTo>
                <a:cubicBezTo>
                  <a:pt x="5987120" y="36130"/>
                  <a:pt x="6483273" y="35607"/>
                  <a:pt x="6977859" y="46564"/>
                </a:cubicBezTo>
                <a:cubicBezTo>
                  <a:pt x="7286195" y="53346"/>
                  <a:pt x="7590877" y="77867"/>
                  <a:pt x="7880953" y="154038"/>
                </a:cubicBezTo>
                <a:cubicBezTo>
                  <a:pt x="7921646" y="164993"/>
                  <a:pt x="7967557" y="167081"/>
                  <a:pt x="7998861" y="193166"/>
                </a:cubicBezTo>
                <a:cubicBezTo>
                  <a:pt x="8033815" y="222382"/>
                  <a:pt x="8019729" y="265163"/>
                  <a:pt x="7968600" y="273511"/>
                </a:cubicBezTo>
                <a:cubicBezTo>
                  <a:pt x="7903386" y="284466"/>
                  <a:pt x="7836607" y="287597"/>
                  <a:pt x="7764609" y="294901"/>
                </a:cubicBezTo>
                <a:cubicBezTo>
                  <a:pt x="7792260" y="335073"/>
                  <a:pt x="7859040" y="304814"/>
                  <a:pt x="7876257" y="354899"/>
                </a:cubicBezTo>
                <a:cubicBezTo>
                  <a:pt x="7799043" y="389332"/>
                  <a:pt x="7705656" y="366898"/>
                  <a:pt x="7631049" y="400810"/>
                </a:cubicBezTo>
                <a:cubicBezTo>
                  <a:pt x="7633137" y="424287"/>
                  <a:pt x="7649831" y="426374"/>
                  <a:pt x="7663396" y="432635"/>
                </a:cubicBezTo>
                <a:cubicBezTo>
                  <a:pt x="7676961" y="438373"/>
                  <a:pt x="7710871" y="430026"/>
                  <a:pt x="7696264" y="462894"/>
                </a:cubicBezTo>
                <a:cubicBezTo>
                  <a:pt x="7541315" y="482719"/>
                  <a:pt x="7393147" y="550021"/>
                  <a:pt x="7229849" y="540630"/>
                </a:cubicBezTo>
                <a:cubicBezTo>
                  <a:pt x="7431755" y="558890"/>
                  <a:pt x="7602355" y="633496"/>
                  <a:pt x="7780782" y="683059"/>
                </a:cubicBezTo>
                <a:cubicBezTo>
                  <a:pt x="7773479" y="741491"/>
                  <a:pt x="7701483" y="718014"/>
                  <a:pt x="7680613" y="759751"/>
                </a:cubicBezTo>
                <a:cubicBezTo>
                  <a:pt x="7794869" y="788967"/>
                  <a:pt x="7904429" y="823401"/>
                  <a:pt x="7998861" y="880789"/>
                </a:cubicBezTo>
                <a:cubicBezTo>
                  <a:pt x="8083901" y="932439"/>
                  <a:pt x="8164765" y="989306"/>
                  <a:pt x="8257111" y="1031566"/>
                </a:cubicBezTo>
                <a:cubicBezTo>
                  <a:pt x="8354150" y="1075912"/>
                  <a:pt x="8413103" y="1132779"/>
                  <a:pt x="8402148" y="1229819"/>
                </a:cubicBezTo>
                <a:cubicBezTo>
                  <a:pt x="8397452" y="1269468"/>
                  <a:pt x="8409973" y="1302859"/>
                  <a:pt x="8453275" y="1318510"/>
                </a:cubicBezTo>
                <a:cubicBezTo>
                  <a:pt x="8507013" y="1337814"/>
                  <a:pt x="8501275" y="1367029"/>
                  <a:pt x="8499187" y="1411897"/>
                </a:cubicBezTo>
                <a:cubicBezTo>
                  <a:pt x="8496056" y="1465634"/>
                  <a:pt x="8468406" y="1486504"/>
                  <a:pt x="8419885" y="1504764"/>
                </a:cubicBezTo>
                <a:cubicBezTo>
                  <a:pt x="8350497" y="1530327"/>
                  <a:pt x="8349975" y="1569978"/>
                  <a:pt x="8368237" y="1617454"/>
                </a:cubicBezTo>
                <a:cubicBezTo>
                  <a:pt x="8378149" y="1643540"/>
                  <a:pt x="8393278" y="1664409"/>
                  <a:pt x="8415713" y="1683712"/>
                </a:cubicBezTo>
                <a:cubicBezTo>
                  <a:pt x="8493448" y="1751014"/>
                  <a:pt x="8492927" y="1752056"/>
                  <a:pt x="8416755" y="1831880"/>
                </a:cubicBezTo>
                <a:cubicBezTo>
                  <a:pt x="8396408" y="1853269"/>
                  <a:pt x="8374496" y="1867356"/>
                  <a:pt x="8383888" y="1901790"/>
                </a:cubicBezTo>
                <a:cubicBezTo>
                  <a:pt x="8415713" y="2016046"/>
                  <a:pt x="8411538" y="2016046"/>
                  <a:pt x="8283717" y="2053609"/>
                </a:cubicBezTo>
                <a:cubicBezTo>
                  <a:pt x="8254501" y="2062479"/>
                  <a:pt x="8215373" y="2054653"/>
                  <a:pt x="8198678" y="2087521"/>
                </a:cubicBezTo>
                <a:cubicBezTo>
                  <a:pt x="8209113" y="2111521"/>
                  <a:pt x="8184591" y="2690625"/>
                  <a:pt x="8207547" y="2700017"/>
                </a:cubicBezTo>
                <a:cubicBezTo>
                  <a:pt x="8387017" y="2773578"/>
                  <a:pt x="8409451" y="2860184"/>
                  <a:pt x="8269632" y="2996352"/>
                </a:cubicBezTo>
                <a:cubicBezTo>
                  <a:pt x="8175722" y="3087653"/>
                  <a:pt x="8186677" y="3236864"/>
                  <a:pt x="8225807" y="3330251"/>
                </a:cubicBezTo>
                <a:cubicBezTo>
                  <a:pt x="8373452" y="3371467"/>
                  <a:pt x="8341107" y="3481027"/>
                  <a:pt x="8370845" y="3577023"/>
                </a:cubicBezTo>
                <a:cubicBezTo>
                  <a:pt x="8392757" y="3649020"/>
                  <a:pt x="8306673" y="3639107"/>
                  <a:pt x="8310847" y="3671976"/>
                </a:cubicBezTo>
                <a:cubicBezTo>
                  <a:pt x="8365105" y="3711626"/>
                  <a:pt x="8437624" y="3724148"/>
                  <a:pt x="8479884" y="3778406"/>
                </a:cubicBezTo>
                <a:cubicBezTo>
                  <a:pt x="8403713" y="3818056"/>
                  <a:pt x="8365105" y="3873880"/>
                  <a:pt x="8322845" y="3929703"/>
                </a:cubicBezTo>
                <a:cubicBezTo>
                  <a:pt x="8254501" y="4020482"/>
                  <a:pt x="8161635" y="4097174"/>
                  <a:pt x="8063031" y="4166563"/>
                </a:cubicBezTo>
                <a:cubicBezTo>
                  <a:pt x="8012947" y="4649674"/>
                  <a:pt x="7851215" y="5156783"/>
                  <a:pt x="7833475" y="5181825"/>
                </a:cubicBezTo>
                <a:cubicBezTo>
                  <a:pt x="7760436" y="5174520"/>
                  <a:pt x="7618528" y="5466682"/>
                  <a:pt x="7495403" y="5493812"/>
                </a:cubicBezTo>
                <a:cubicBezTo>
                  <a:pt x="7366017" y="5523550"/>
                  <a:pt x="5441925" y="5797973"/>
                  <a:pt x="5148199" y="5783364"/>
                </a:cubicBezTo>
                <a:cubicBezTo>
                  <a:pt x="3551743" y="5705628"/>
                  <a:pt x="3505310" y="5598155"/>
                  <a:pt x="3505310" y="5598155"/>
                </a:cubicBezTo>
                <a:cubicBezTo>
                  <a:pt x="3505310" y="5598155"/>
                  <a:pt x="3596089" y="5571548"/>
                  <a:pt x="3675390" y="5541287"/>
                </a:cubicBezTo>
                <a:cubicBezTo>
                  <a:pt x="3627392" y="5542853"/>
                  <a:pt x="3579395" y="5543896"/>
                  <a:pt x="3531919" y="5542331"/>
                </a:cubicBezTo>
                <a:cubicBezTo>
                  <a:pt x="3164108" y="5531375"/>
                  <a:pt x="3500093" y="5511028"/>
                  <a:pt x="3138022" y="5469291"/>
                </a:cubicBezTo>
                <a:cubicBezTo>
                  <a:pt x="2527092" y="5398860"/>
                  <a:pt x="2618913" y="5380598"/>
                  <a:pt x="2058068" y="5181825"/>
                </a:cubicBezTo>
                <a:cubicBezTo>
                  <a:pt x="2008504" y="5164086"/>
                  <a:pt x="1660519" y="5056613"/>
                  <a:pt x="1447659" y="5044613"/>
                </a:cubicBezTo>
                <a:cubicBezTo>
                  <a:pt x="1391313" y="5041483"/>
                  <a:pt x="1329751" y="5042527"/>
                  <a:pt x="1281230" y="4977311"/>
                </a:cubicBezTo>
                <a:cubicBezTo>
                  <a:pt x="1429920" y="4979399"/>
                  <a:pt x="1557741" y="4979399"/>
                  <a:pt x="1696518" y="4945487"/>
                </a:cubicBezTo>
                <a:cubicBezTo>
                  <a:pt x="1622434" y="4898532"/>
                  <a:pt x="1537394" y="4938705"/>
                  <a:pt x="1478440" y="4905836"/>
                </a:cubicBezTo>
                <a:cubicBezTo>
                  <a:pt x="1423138" y="4875577"/>
                  <a:pt x="1375140" y="4871404"/>
                  <a:pt x="1318795" y="4919401"/>
                </a:cubicBezTo>
                <a:cubicBezTo>
                  <a:pt x="1289578" y="4944443"/>
                  <a:pt x="1237928" y="4939747"/>
                  <a:pt x="1208190" y="4925140"/>
                </a:cubicBezTo>
                <a:cubicBezTo>
                  <a:pt x="1049066" y="4846360"/>
                  <a:pt x="1052718" y="4847404"/>
                  <a:pt x="875857" y="4867751"/>
                </a:cubicBezTo>
                <a:cubicBezTo>
                  <a:pt x="763166" y="4880272"/>
                  <a:pt x="648388" y="4902706"/>
                  <a:pt x="545088" y="4889141"/>
                </a:cubicBezTo>
                <a:cubicBezTo>
                  <a:pt x="532045" y="4859403"/>
                  <a:pt x="543522" y="4845839"/>
                  <a:pt x="558131" y="4841666"/>
                </a:cubicBezTo>
                <a:cubicBezTo>
                  <a:pt x="796034" y="4776973"/>
                  <a:pt x="840379" y="4702889"/>
                  <a:pt x="1081413" y="4662717"/>
                </a:cubicBezTo>
                <a:cubicBezTo>
                  <a:pt x="1099151" y="4617327"/>
                  <a:pt x="1011503" y="4609500"/>
                  <a:pt x="1052718" y="4564633"/>
                </a:cubicBezTo>
                <a:cubicBezTo>
                  <a:pt x="1127846" y="4529678"/>
                  <a:pt x="1216016" y="4570894"/>
                  <a:pt x="1290622" y="4525505"/>
                </a:cubicBezTo>
                <a:cubicBezTo>
                  <a:pt x="1277579" y="4493158"/>
                  <a:pt x="1214972" y="4516636"/>
                  <a:pt x="1217581" y="4482202"/>
                </a:cubicBezTo>
                <a:cubicBezTo>
                  <a:pt x="1220712" y="4442552"/>
                  <a:pt x="1264536" y="4448813"/>
                  <a:pt x="1294796" y="4451421"/>
                </a:cubicBezTo>
                <a:cubicBezTo>
                  <a:pt x="1441398" y="4464985"/>
                  <a:pt x="1568696" y="4390902"/>
                  <a:pt x="1709040" y="4365860"/>
                </a:cubicBezTo>
                <a:cubicBezTo>
                  <a:pt x="1559306" y="4303253"/>
                  <a:pt x="686474" y="4353338"/>
                  <a:pt x="530479" y="4334034"/>
                </a:cubicBezTo>
                <a:cubicBezTo>
                  <a:pt x="367182" y="4314210"/>
                  <a:pt x="107367" y="4261516"/>
                  <a:pt x="174146" y="4244821"/>
                </a:cubicBezTo>
                <a:cubicBezTo>
                  <a:pt x="249796" y="4225518"/>
                  <a:pt x="519524" y="3996484"/>
                  <a:pt x="596216" y="3986050"/>
                </a:cubicBezTo>
                <a:cubicBezTo>
                  <a:pt x="685430" y="3974050"/>
                  <a:pt x="703169" y="3957876"/>
                  <a:pt x="820554" y="3875967"/>
                </a:cubicBezTo>
                <a:cubicBezTo>
                  <a:pt x="897769" y="3822230"/>
                  <a:pt x="576391" y="3939094"/>
                  <a:pt x="451179" y="3901009"/>
                </a:cubicBezTo>
                <a:cubicBezTo>
                  <a:pt x="405268" y="3886923"/>
                  <a:pt x="729255" y="3738233"/>
                  <a:pt x="729255" y="3711105"/>
                </a:cubicBezTo>
                <a:cubicBezTo>
                  <a:pt x="729255" y="3682409"/>
                  <a:pt x="700038" y="3676150"/>
                  <a:pt x="672387" y="3676150"/>
                </a:cubicBezTo>
                <a:cubicBezTo>
                  <a:pt x="610824" y="3676150"/>
                  <a:pt x="629606" y="3651106"/>
                  <a:pt x="568043" y="3652673"/>
                </a:cubicBezTo>
                <a:cubicBezTo>
                  <a:pt x="748558" y="3580154"/>
                  <a:pt x="860205" y="3599458"/>
                  <a:pt x="1038632" y="3533198"/>
                </a:cubicBezTo>
                <a:cubicBezTo>
                  <a:pt x="1125760" y="3500852"/>
                  <a:pt x="817425" y="3393378"/>
                  <a:pt x="907160" y="3365206"/>
                </a:cubicBezTo>
                <a:cubicBezTo>
                  <a:pt x="941071" y="3354249"/>
                  <a:pt x="986461" y="3365727"/>
                  <a:pt x="1009938" y="3327120"/>
                </a:cubicBezTo>
                <a:cubicBezTo>
                  <a:pt x="972897" y="3296340"/>
                  <a:pt x="923855" y="3309904"/>
                  <a:pt x="886812" y="3322425"/>
                </a:cubicBezTo>
                <a:cubicBezTo>
                  <a:pt x="792381" y="3354772"/>
                  <a:pt x="799165" y="3346946"/>
                  <a:pt x="789773" y="3322947"/>
                </a:cubicBezTo>
                <a:cubicBezTo>
                  <a:pt x="758993" y="3241037"/>
                  <a:pt x="682822" y="3267123"/>
                  <a:pt x="615520" y="3280688"/>
                </a:cubicBezTo>
                <a:cubicBezTo>
                  <a:pt x="412050" y="3321382"/>
                  <a:pt x="205972" y="3309904"/>
                  <a:pt x="3023" y="3351641"/>
                </a:cubicBezTo>
                <a:cubicBezTo>
                  <a:pt x="-18888" y="3356337"/>
                  <a:pt x="83890" y="3262949"/>
                  <a:pt x="132409" y="3251993"/>
                </a:cubicBezTo>
                <a:cubicBezTo>
                  <a:pt x="185103" y="3240516"/>
                  <a:pt x="249796" y="3248863"/>
                  <a:pt x="287360" y="3195127"/>
                </a:cubicBezTo>
                <a:cubicBezTo>
                  <a:pt x="220579" y="3181561"/>
                  <a:pt x="144410" y="3207647"/>
                  <a:pt x="78150" y="3164866"/>
                </a:cubicBezTo>
                <a:cubicBezTo>
                  <a:pt x="225276" y="3105913"/>
                  <a:pt x="371878" y="3107999"/>
                  <a:pt x="498655" y="3069914"/>
                </a:cubicBezTo>
                <a:cubicBezTo>
                  <a:pt x="510133" y="2999483"/>
                  <a:pt x="426658" y="3025046"/>
                  <a:pt x="396399" y="2984874"/>
                </a:cubicBezTo>
                <a:cubicBezTo>
                  <a:pt x="1351140" y="2916007"/>
                  <a:pt x="817946" y="2712537"/>
                  <a:pt x="658822" y="2601411"/>
                </a:cubicBezTo>
                <a:cubicBezTo>
                  <a:pt x="605607" y="2564370"/>
                  <a:pt x="1164888" y="2388551"/>
                  <a:pt x="1183148" y="2383856"/>
                </a:cubicBezTo>
                <a:cubicBezTo>
                  <a:pt x="1229581" y="2372900"/>
                  <a:pt x="1413747" y="2380725"/>
                  <a:pt x="1451311" y="2366639"/>
                </a:cubicBezTo>
                <a:cubicBezTo>
                  <a:pt x="1499309" y="2348901"/>
                  <a:pt x="1340706" y="2318120"/>
                  <a:pt x="1376184" y="2296729"/>
                </a:cubicBezTo>
                <a:cubicBezTo>
                  <a:pt x="1625043" y="2145953"/>
                  <a:pt x="1642780" y="1919006"/>
                  <a:pt x="1572870" y="1902834"/>
                </a:cubicBezTo>
                <a:cubicBezTo>
                  <a:pt x="1500353" y="1886138"/>
                  <a:pt x="1429399" y="1899181"/>
                  <a:pt x="1362097" y="1926311"/>
                </a:cubicBezTo>
                <a:cubicBezTo>
                  <a:pt x="1252536" y="1970656"/>
                  <a:pt x="493960" y="1907528"/>
                  <a:pt x="281620" y="1943006"/>
                </a:cubicBezTo>
                <a:cubicBezTo>
                  <a:pt x="249274" y="1948223"/>
                  <a:pt x="205451" y="1971700"/>
                  <a:pt x="174669" y="1927876"/>
                </a:cubicBezTo>
                <a:cubicBezTo>
                  <a:pt x="393269" y="1785969"/>
                  <a:pt x="673952" y="1826663"/>
                  <a:pt x="918115" y="1730145"/>
                </a:cubicBezTo>
                <a:cubicBezTo>
                  <a:pt x="822119" y="1663886"/>
                  <a:pt x="724558" y="1667017"/>
                  <a:pt x="624389" y="1676929"/>
                </a:cubicBezTo>
                <a:cubicBezTo>
                  <a:pt x="598304" y="1679538"/>
                  <a:pt x="562826" y="1683190"/>
                  <a:pt x="556565" y="1655539"/>
                </a:cubicBezTo>
                <a:cubicBezTo>
                  <a:pt x="548739" y="1620584"/>
                  <a:pt x="590999" y="1614323"/>
                  <a:pt x="618650" y="1600237"/>
                </a:cubicBezTo>
                <a:cubicBezTo>
                  <a:pt x="660909" y="1578325"/>
                  <a:pt x="723515" y="1604410"/>
                  <a:pt x="775165" y="1544413"/>
                </a:cubicBezTo>
                <a:cubicBezTo>
                  <a:pt x="618650" y="1558500"/>
                  <a:pt x="486656" y="1583021"/>
                  <a:pt x="348401" y="1624758"/>
                </a:cubicBezTo>
                <a:cubicBezTo>
                  <a:pt x="360400" y="1587717"/>
                  <a:pt x="402137" y="1570499"/>
                  <a:pt x="378660" y="1539719"/>
                </a:cubicBezTo>
                <a:cubicBezTo>
                  <a:pt x="360922" y="1516763"/>
                  <a:pt x="310316" y="1505806"/>
                  <a:pt x="336402" y="1463025"/>
                </a:cubicBezTo>
                <a:cubicBezTo>
                  <a:pt x="409963" y="1417636"/>
                  <a:pt x="514307" y="1429636"/>
                  <a:pt x="576913" y="1364421"/>
                </a:cubicBezTo>
                <a:cubicBezTo>
                  <a:pt x="665605" y="1271556"/>
                  <a:pt x="803338" y="1239731"/>
                  <a:pt x="911856" y="1171908"/>
                </a:cubicBezTo>
                <a:cubicBezTo>
                  <a:pt x="947853" y="1149995"/>
                  <a:pt x="1184192" y="1073303"/>
                  <a:pt x="1247841" y="1048782"/>
                </a:cubicBezTo>
                <a:cubicBezTo>
                  <a:pt x="1336532" y="1014349"/>
                  <a:pt x="1437746" y="1002349"/>
                  <a:pt x="1524872" y="939221"/>
                </a:cubicBezTo>
                <a:cubicBezTo>
                  <a:pt x="1439310" y="926178"/>
                  <a:pt x="1369923" y="985133"/>
                  <a:pt x="1267145" y="956439"/>
                </a:cubicBezTo>
                <a:cubicBezTo>
                  <a:pt x="1429920" y="895398"/>
                  <a:pt x="1579131" y="867746"/>
                  <a:pt x="1697039" y="783749"/>
                </a:cubicBezTo>
                <a:cubicBezTo>
                  <a:pt x="1711648" y="773315"/>
                  <a:pt x="1740342" y="776446"/>
                  <a:pt x="1762255" y="772794"/>
                </a:cubicBezTo>
                <a:cubicBezTo>
                  <a:pt x="1992852" y="735752"/>
                  <a:pt x="2224495" y="704449"/>
                  <a:pt x="2452486" y="650712"/>
                </a:cubicBezTo>
                <a:cubicBezTo>
                  <a:pt x="2504136" y="638191"/>
                  <a:pt x="2595436" y="635061"/>
                  <a:pt x="2586045" y="590193"/>
                </a:cubicBezTo>
                <a:cubicBezTo>
                  <a:pt x="2571959" y="522891"/>
                  <a:pt x="2486919" y="570889"/>
                  <a:pt x="2432138" y="577150"/>
                </a:cubicBezTo>
                <a:cubicBezTo>
                  <a:pt x="2262059" y="597497"/>
                  <a:pt x="2091979" y="632974"/>
                  <a:pt x="1919291" y="613149"/>
                </a:cubicBezTo>
                <a:cubicBezTo>
                  <a:pt x="2035633" y="588107"/>
                  <a:pt x="2151455" y="562542"/>
                  <a:pt x="2267799" y="537499"/>
                </a:cubicBezTo>
                <a:cubicBezTo>
                  <a:pt x="2134238" y="546368"/>
                  <a:pt x="2017896" y="487936"/>
                  <a:pt x="1887988" y="514022"/>
                </a:cubicBezTo>
                <a:cubicBezTo>
                  <a:pt x="1846250" y="522370"/>
                  <a:pt x="1802427" y="495762"/>
                  <a:pt x="1798252" y="454546"/>
                </a:cubicBezTo>
                <a:cubicBezTo>
                  <a:pt x="1793557" y="421678"/>
                  <a:pt x="1832686" y="407071"/>
                  <a:pt x="1862424" y="396636"/>
                </a:cubicBezTo>
                <a:cubicBezTo>
                  <a:pt x="1938595" y="370028"/>
                  <a:pt x="1999113" y="291250"/>
                  <a:pt x="2096675" y="332987"/>
                </a:cubicBezTo>
                <a:cubicBezTo>
                  <a:pt x="2158237" y="267250"/>
                  <a:pt x="2256320" y="256816"/>
                  <a:pt x="2335621" y="239600"/>
                </a:cubicBezTo>
                <a:cubicBezTo>
                  <a:pt x="2588654" y="185341"/>
                  <a:pt x="2845338" y="143081"/>
                  <a:pt x="3102023" y="107082"/>
                </a:cubicBezTo>
                <a:cubicBezTo>
                  <a:pt x="3270538" y="83605"/>
                  <a:pt x="3444270" y="93518"/>
                  <a:pt x="3611219" y="63780"/>
                </a:cubicBezTo>
                <a:cubicBezTo>
                  <a:pt x="3937814" y="5869"/>
                  <a:pt x="4262322" y="7436"/>
                  <a:pt x="4587352" y="1175"/>
                </a:cubicBezTo>
                <a:cubicBezTo>
                  <a:pt x="4663262" y="-260"/>
                  <a:pt x="4738976" y="-293"/>
                  <a:pt x="4814568" y="604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Tải Logo Trường Đại Học Văn Lang Miễn Phí File AI, SVG, PNG, EPS">
            <a:extLst>
              <a:ext uri="{FF2B5EF4-FFF2-40B4-BE49-F238E27FC236}">
                <a16:creationId xmlns:a16="http://schemas.microsoft.com/office/drawing/2014/main" id="{F5FC0749-F18C-5870-53D7-452A672833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2306" y="133176"/>
            <a:ext cx="989992" cy="1131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03CB54-AF61-2380-24CA-AC885A8B0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05D83-4CC4-40E5-ABBE-915EF2813888}" type="slidenum">
              <a:rPr lang="en-US" smtClean="0"/>
              <a:t>5</a:t>
            </a:fld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AE2124E-8F55-D90A-634A-718E8BB555C3}"/>
              </a:ext>
            </a:extLst>
          </p:cNvPr>
          <p:cNvSpPr/>
          <p:nvPr/>
        </p:nvSpPr>
        <p:spPr>
          <a:xfrm>
            <a:off x="-3048" y="-1"/>
            <a:ext cx="5365623" cy="914400"/>
          </a:xfrm>
          <a:prstGeom prst="rect">
            <a:avLst/>
          </a:prstGeom>
          <a:solidFill>
            <a:srgbClr val="D720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457200" tIns="0" rIns="0" bIns="0" rtlCol="0" anchor="ctr" anchorCtr="0"/>
          <a:lstStyle/>
          <a:p>
            <a:r>
              <a:rPr 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II. Requirements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79C4A36B-43F3-1E9B-ED07-6E229DA038A9}"/>
              </a:ext>
            </a:extLst>
          </p:cNvPr>
          <p:cNvSpPr/>
          <p:nvPr/>
        </p:nvSpPr>
        <p:spPr>
          <a:xfrm>
            <a:off x="4810125" y="-2"/>
            <a:ext cx="1104900" cy="914399"/>
          </a:xfrm>
          <a:prstGeom prst="ellipse">
            <a:avLst/>
          </a:prstGeom>
          <a:solidFill>
            <a:srgbClr val="D720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DAED497-BAE8-8332-7CFF-E04B9E70FA77}"/>
              </a:ext>
            </a:extLst>
          </p:cNvPr>
          <p:cNvSpPr/>
          <p:nvPr/>
        </p:nvSpPr>
        <p:spPr>
          <a:xfrm>
            <a:off x="-3049" y="977156"/>
            <a:ext cx="5146549" cy="457198"/>
          </a:xfrm>
          <a:prstGeom prst="rect">
            <a:avLst/>
          </a:prstGeom>
          <a:solidFill>
            <a:srgbClr val="D720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457200" tIns="0" rIns="0" bIns="0" rtlCol="0" anchor="ctr" anchorCtr="0"/>
          <a:lstStyle/>
          <a:p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1.3 Proposed Operational Process</a:t>
            </a:r>
          </a:p>
        </p:txBody>
      </p:sp>
      <p:pic>
        <p:nvPicPr>
          <p:cNvPr id="19" name="Google Shape;107;p15" descr="image.png">
            <a:extLst>
              <a:ext uri="{FF2B5EF4-FFF2-40B4-BE49-F238E27FC236}">
                <a16:creationId xmlns:a16="http://schemas.microsoft.com/office/drawing/2014/main" id="{6B6A4309-2382-DDAA-FC22-E5BE9941CF0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1025" y="1668359"/>
            <a:ext cx="3486150" cy="468799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108;p15" descr="image.png">
            <a:extLst>
              <a:ext uri="{FF2B5EF4-FFF2-40B4-BE49-F238E27FC236}">
                <a16:creationId xmlns:a16="http://schemas.microsoft.com/office/drawing/2014/main" id="{5074DD40-D03A-131B-E1F0-7D0E86D9121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52925" y="1668359"/>
            <a:ext cx="3486150" cy="468799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109;p15" descr="image.png">
            <a:extLst>
              <a:ext uri="{FF2B5EF4-FFF2-40B4-BE49-F238E27FC236}">
                <a16:creationId xmlns:a16="http://schemas.microsoft.com/office/drawing/2014/main" id="{E13F53D6-605B-5FA7-6D43-A326CFBE2261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4825" y="1668359"/>
            <a:ext cx="3486150" cy="4687991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110;p15">
            <a:extLst>
              <a:ext uri="{FF2B5EF4-FFF2-40B4-BE49-F238E27FC236}">
                <a16:creationId xmlns:a16="http://schemas.microsoft.com/office/drawing/2014/main" id="{E285305D-590A-AED2-10B7-895D14001F90}"/>
              </a:ext>
            </a:extLst>
          </p:cNvPr>
          <p:cNvSpPr txBox="1"/>
          <p:nvPr/>
        </p:nvSpPr>
        <p:spPr>
          <a:xfrm>
            <a:off x="971550" y="3411434"/>
            <a:ext cx="2705100" cy="2492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 dirty="0">
                <a:solidFill>
                  <a:srgbClr val="B0B0B8"/>
                </a:solidFill>
                <a:latin typeface="DM Sans"/>
                <a:ea typeface="DM Sans"/>
                <a:cs typeface="DM Sans"/>
                <a:sym typeface="DM Sans"/>
              </a:rPr>
              <a:t>Information gathering from emergency dispatch. Players must infer the "Incident State" through strategic questioning.</a:t>
            </a:r>
            <a:endParaRPr dirty="0"/>
          </a:p>
        </p:txBody>
      </p:sp>
      <p:sp>
        <p:nvSpPr>
          <p:cNvPr id="23" name="Google Shape;111;p15">
            <a:extLst>
              <a:ext uri="{FF2B5EF4-FFF2-40B4-BE49-F238E27FC236}">
                <a16:creationId xmlns:a16="http://schemas.microsoft.com/office/drawing/2014/main" id="{DB6F26C6-90CF-379C-E3C8-949ECD1C3225}"/>
              </a:ext>
            </a:extLst>
          </p:cNvPr>
          <p:cNvSpPr txBox="1"/>
          <p:nvPr/>
        </p:nvSpPr>
        <p:spPr>
          <a:xfrm>
            <a:off x="4743450" y="3411434"/>
            <a:ext cx="2705100" cy="2492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 dirty="0">
                <a:solidFill>
                  <a:srgbClr val="B0B0B8"/>
                </a:solidFill>
                <a:latin typeface="DM Sans"/>
                <a:ea typeface="DM Sans"/>
                <a:cs typeface="DM Sans"/>
                <a:sym typeface="DM Sans"/>
              </a:rPr>
              <a:t>Active 3D simulation. Execute tactical commands, manage firefighting tools, and prioritize safety procedures (SOP).</a:t>
            </a:r>
            <a:endParaRPr dirty="0"/>
          </a:p>
        </p:txBody>
      </p:sp>
      <p:sp>
        <p:nvSpPr>
          <p:cNvPr id="24" name="Google Shape;112;p15">
            <a:extLst>
              <a:ext uri="{FF2B5EF4-FFF2-40B4-BE49-F238E27FC236}">
                <a16:creationId xmlns:a16="http://schemas.microsoft.com/office/drawing/2014/main" id="{E488DEA6-0A8E-0163-21A5-86ACC5AE0D8B}"/>
              </a:ext>
            </a:extLst>
          </p:cNvPr>
          <p:cNvSpPr txBox="1"/>
          <p:nvPr/>
        </p:nvSpPr>
        <p:spPr>
          <a:xfrm>
            <a:off x="8515350" y="3411434"/>
            <a:ext cx="2705100" cy="2492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 dirty="0">
                <a:solidFill>
                  <a:srgbClr val="B0B0B8"/>
                </a:solidFill>
                <a:latin typeface="DM Sans"/>
                <a:ea typeface="DM Sans"/>
                <a:cs typeface="DM Sans"/>
                <a:sym typeface="DM Sans"/>
              </a:rPr>
              <a:t>Review the cause-and-effect timeline. Scoring based on objectives, safety violations, and performance rank (C to S).</a:t>
            </a:r>
            <a:endParaRPr dirty="0"/>
          </a:p>
        </p:txBody>
      </p:sp>
      <p:pic>
        <p:nvPicPr>
          <p:cNvPr id="25" name="Google Shape;113;p15" descr="image.png">
            <a:extLst>
              <a:ext uri="{FF2B5EF4-FFF2-40B4-BE49-F238E27FC236}">
                <a16:creationId xmlns:a16="http://schemas.microsoft.com/office/drawing/2014/main" id="{A1E5F315-DA7D-8698-C687-51C44DC4D112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71550" y="2116034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114;p15" descr="image.png">
            <a:extLst>
              <a:ext uri="{FF2B5EF4-FFF2-40B4-BE49-F238E27FC236}">
                <a16:creationId xmlns:a16="http://schemas.microsoft.com/office/drawing/2014/main" id="{075BE53B-0BB9-B2C7-623F-20E88F409D49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743450" y="2116034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115;p15" descr="image.png">
            <a:extLst>
              <a:ext uri="{FF2B5EF4-FFF2-40B4-BE49-F238E27FC236}">
                <a16:creationId xmlns:a16="http://schemas.microsoft.com/office/drawing/2014/main" id="{2987094F-B293-A0A1-E185-7F967F11848F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515350" y="2116034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118;p15">
            <a:extLst>
              <a:ext uri="{FF2B5EF4-FFF2-40B4-BE49-F238E27FC236}">
                <a16:creationId xmlns:a16="http://schemas.microsoft.com/office/drawing/2014/main" id="{D2CD9B70-7C39-F096-EE9C-7050EFEE27BB}"/>
              </a:ext>
            </a:extLst>
          </p:cNvPr>
          <p:cNvSpPr txBox="1"/>
          <p:nvPr/>
        </p:nvSpPr>
        <p:spPr>
          <a:xfrm>
            <a:off x="971550" y="2897084"/>
            <a:ext cx="284035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01. Call Phase</a:t>
            </a:r>
            <a:endParaRPr sz="2400" dirty="0"/>
          </a:p>
        </p:txBody>
      </p:sp>
      <p:sp>
        <p:nvSpPr>
          <p:cNvPr id="29" name="Google Shape;119;p15">
            <a:extLst>
              <a:ext uri="{FF2B5EF4-FFF2-40B4-BE49-F238E27FC236}">
                <a16:creationId xmlns:a16="http://schemas.microsoft.com/office/drawing/2014/main" id="{2D1C7BAC-97FE-BF5A-DB17-676A15963937}"/>
              </a:ext>
            </a:extLst>
          </p:cNvPr>
          <p:cNvSpPr txBox="1"/>
          <p:nvPr/>
        </p:nvSpPr>
        <p:spPr>
          <a:xfrm>
            <a:off x="4743450" y="2897084"/>
            <a:ext cx="284035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02. On-site Phase</a:t>
            </a:r>
            <a:endParaRPr sz="2400" dirty="0"/>
          </a:p>
        </p:txBody>
      </p:sp>
      <p:sp>
        <p:nvSpPr>
          <p:cNvPr id="30" name="Google Shape;120;p15">
            <a:extLst>
              <a:ext uri="{FF2B5EF4-FFF2-40B4-BE49-F238E27FC236}">
                <a16:creationId xmlns:a16="http://schemas.microsoft.com/office/drawing/2014/main" id="{C6C7464F-D21E-BD71-81EB-92C6714D5ED3}"/>
              </a:ext>
            </a:extLst>
          </p:cNvPr>
          <p:cNvSpPr txBox="1"/>
          <p:nvPr/>
        </p:nvSpPr>
        <p:spPr>
          <a:xfrm>
            <a:off x="8515350" y="2897084"/>
            <a:ext cx="284035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03. Debrief</a:t>
            </a: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214150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676935-376D-DFF6-764A-B38950D2E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ải Logo Trường Đại Học Văn Lang Miễn Phí File AI, SVG, PNG, EPS">
            <a:extLst>
              <a:ext uri="{FF2B5EF4-FFF2-40B4-BE49-F238E27FC236}">
                <a16:creationId xmlns:a16="http://schemas.microsoft.com/office/drawing/2014/main" id="{5D03EC42-945E-6869-70BE-BCBF024D55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151" r="-2" b="20691"/>
          <a:stretch>
            <a:fillRect/>
          </a:stretch>
        </p:blipFill>
        <p:spPr bwMode="auto">
          <a:xfrm>
            <a:off x="0" y="0"/>
            <a:ext cx="12192000" cy="6857999"/>
          </a:xfrm>
          <a:custGeom>
            <a:avLst/>
            <a:gdLst/>
            <a:ahLst/>
            <a:cxnLst/>
            <a:rect l="l" t="t" r="r" b="b"/>
            <a:pathLst>
              <a:path w="8500451" h="5783926">
                <a:moveTo>
                  <a:pt x="4814568" y="604"/>
                </a:moveTo>
                <a:cubicBezTo>
                  <a:pt x="5041344" y="3294"/>
                  <a:pt x="5267019" y="14348"/>
                  <a:pt x="5493575" y="21000"/>
                </a:cubicBezTo>
                <a:cubicBezTo>
                  <a:pt x="5987120" y="36130"/>
                  <a:pt x="6483273" y="35607"/>
                  <a:pt x="6977859" y="46564"/>
                </a:cubicBezTo>
                <a:cubicBezTo>
                  <a:pt x="7286195" y="53346"/>
                  <a:pt x="7590877" y="77867"/>
                  <a:pt x="7880953" y="154038"/>
                </a:cubicBezTo>
                <a:cubicBezTo>
                  <a:pt x="7921646" y="164993"/>
                  <a:pt x="7967557" y="167081"/>
                  <a:pt x="7998861" y="193166"/>
                </a:cubicBezTo>
                <a:cubicBezTo>
                  <a:pt x="8033815" y="222382"/>
                  <a:pt x="8019729" y="265163"/>
                  <a:pt x="7968600" y="273511"/>
                </a:cubicBezTo>
                <a:cubicBezTo>
                  <a:pt x="7903386" y="284466"/>
                  <a:pt x="7836607" y="287597"/>
                  <a:pt x="7764609" y="294901"/>
                </a:cubicBezTo>
                <a:cubicBezTo>
                  <a:pt x="7792260" y="335073"/>
                  <a:pt x="7859040" y="304814"/>
                  <a:pt x="7876257" y="354899"/>
                </a:cubicBezTo>
                <a:cubicBezTo>
                  <a:pt x="7799043" y="389332"/>
                  <a:pt x="7705656" y="366898"/>
                  <a:pt x="7631049" y="400810"/>
                </a:cubicBezTo>
                <a:cubicBezTo>
                  <a:pt x="7633137" y="424287"/>
                  <a:pt x="7649831" y="426374"/>
                  <a:pt x="7663396" y="432635"/>
                </a:cubicBezTo>
                <a:cubicBezTo>
                  <a:pt x="7676961" y="438373"/>
                  <a:pt x="7710871" y="430026"/>
                  <a:pt x="7696264" y="462894"/>
                </a:cubicBezTo>
                <a:cubicBezTo>
                  <a:pt x="7541315" y="482719"/>
                  <a:pt x="7393147" y="550021"/>
                  <a:pt x="7229849" y="540630"/>
                </a:cubicBezTo>
                <a:cubicBezTo>
                  <a:pt x="7431755" y="558890"/>
                  <a:pt x="7602355" y="633496"/>
                  <a:pt x="7780782" y="683059"/>
                </a:cubicBezTo>
                <a:cubicBezTo>
                  <a:pt x="7773479" y="741491"/>
                  <a:pt x="7701483" y="718014"/>
                  <a:pt x="7680613" y="759751"/>
                </a:cubicBezTo>
                <a:cubicBezTo>
                  <a:pt x="7794869" y="788967"/>
                  <a:pt x="7904429" y="823401"/>
                  <a:pt x="7998861" y="880789"/>
                </a:cubicBezTo>
                <a:cubicBezTo>
                  <a:pt x="8083901" y="932439"/>
                  <a:pt x="8164765" y="989306"/>
                  <a:pt x="8257111" y="1031566"/>
                </a:cubicBezTo>
                <a:cubicBezTo>
                  <a:pt x="8354150" y="1075912"/>
                  <a:pt x="8413103" y="1132779"/>
                  <a:pt x="8402148" y="1229819"/>
                </a:cubicBezTo>
                <a:cubicBezTo>
                  <a:pt x="8397452" y="1269468"/>
                  <a:pt x="8409973" y="1302859"/>
                  <a:pt x="8453275" y="1318510"/>
                </a:cubicBezTo>
                <a:cubicBezTo>
                  <a:pt x="8507013" y="1337814"/>
                  <a:pt x="8501275" y="1367029"/>
                  <a:pt x="8499187" y="1411897"/>
                </a:cubicBezTo>
                <a:cubicBezTo>
                  <a:pt x="8496056" y="1465634"/>
                  <a:pt x="8468406" y="1486504"/>
                  <a:pt x="8419885" y="1504764"/>
                </a:cubicBezTo>
                <a:cubicBezTo>
                  <a:pt x="8350497" y="1530327"/>
                  <a:pt x="8349975" y="1569978"/>
                  <a:pt x="8368237" y="1617454"/>
                </a:cubicBezTo>
                <a:cubicBezTo>
                  <a:pt x="8378149" y="1643540"/>
                  <a:pt x="8393278" y="1664409"/>
                  <a:pt x="8415713" y="1683712"/>
                </a:cubicBezTo>
                <a:cubicBezTo>
                  <a:pt x="8493448" y="1751014"/>
                  <a:pt x="8492927" y="1752056"/>
                  <a:pt x="8416755" y="1831880"/>
                </a:cubicBezTo>
                <a:cubicBezTo>
                  <a:pt x="8396408" y="1853269"/>
                  <a:pt x="8374496" y="1867356"/>
                  <a:pt x="8383888" y="1901790"/>
                </a:cubicBezTo>
                <a:cubicBezTo>
                  <a:pt x="8415713" y="2016046"/>
                  <a:pt x="8411538" y="2016046"/>
                  <a:pt x="8283717" y="2053609"/>
                </a:cubicBezTo>
                <a:cubicBezTo>
                  <a:pt x="8254501" y="2062479"/>
                  <a:pt x="8215373" y="2054653"/>
                  <a:pt x="8198678" y="2087521"/>
                </a:cubicBezTo>
                <a:cubicBezTo>
                  <a:pt x="8209113" y="2111521"/>
                  <a:pt x="8184591" y="2690625"/>
                  <a:pt x="8207547" y="2700017"/>
                </a:cubicBezTo>
                <a:cubicBezTo>
                  <a:pt x="8387017" y="2773578"/>
                  <a:pt x="8409451" y="2860184"/>
                  <a:pt x="8269632" y="2996352"/>
                </a:cubicBezTo>
                <a:cubicBezTo>
                  <a:pt x="8175722" y="3087653"/>
                  <a:pt x="8186677" y="3236864"/>
                  <a:pt x="8225807" y="3330251"/>
                </a:cubicBezTo>
                <a:cubicBezTo>
                  <a:pt x="8373452" y="3371467"/>
                  <a:pt x="8341107" y="3481027"/>
                  <a:pt x="8370845" y="3577023"/>
                </a:cubicBezTo>
                <a:cubicBezTo>
                  <a:pt x="8392757" y="3649020"/>
                  <a:pt x="8306673" y="3639107"/>
                  <a:pt x="8310847" y="3671976"/>
                </a:cubicBezTo>
                <a:cubicBezTo>
                  <a:pt x="8365105" y="3711626"/>
                  <a:pt x="8437624" y="3724148"/>
                  <a:pt x="8479884" y="3778406"/>
                </a:cubicBezTo>
                <a:cubicBezTo>
                  <a:pt x="8403713" y="3818056"/>
                  <a:pt x="8365105" y="3873880"/>
                  <a:pt x="8322845" y="3929703"/>
                </a:cubicBezTo>
                <a:cubicBezTo>
                  <a:pt x="8254501" y="4020482"/>
                  <a:pt x="8161635" y="4097174"/>
                  <a:pt x="8063031" y="4166563"/>
                </a:cubicBezTo>
                <a:cubicBezTo>
                  <a:pt x="8012947" y="4649674"/>
                  <a:pt x="7851215" y="5156783"/>
                  <a:pt x="7833475" y="5181825"/>
                </a:cubicBezTo>
                <a:cubicBezTo>
                  <a:pt x="7760436" y="5174520"/>
                  <a:pt x="7618528" y="5466682"/>
                  <a:pt x="7495403" y="5493812"/>
                </a:cubicBezTo>
                <a:cubicBezTo>
                  <a:pt x="7366017" y="5523550"/>
                  <a:pt x="5441925" y="5797973"/>
                  <a:pt x="5148199" y="5783364"/>
                </a:cubicBezTo>
                <a:cubicBezTo>
                  <a:pt x="3551743" y="5705628"/>
                  <a:pt x="3505310" y="5598155"/>
                  <a:pt x="3505310" y="5598155"/>
                </a:cubicBezTo>
                <a:cubicBezTo>
                  <a:pt x="3505310" y="5598155"/>
                  <a:pt x="3596089" y="5571548"/>
                  <a:pt x="3675390" y="5541287"/>
                </a:cubicBezTo>
                <a:cubicBezTo>
                  <a:pt x="3627392" y="5542853"/>
                  <a:pt x="3579395" y="5543896"/>
                  <a:pt x="3531919" y="5542331"/>
                </a:cubicBezTo>
                <a:cubicBezTo>
                  <a:pt x="3164108" y="5531375"/>
                  <a:pt x="3500093" y="5511028"/>
                  <a:pt x="3138022" y="5469291"/>
                </a:cubicBezTo>
                <a:cubicBezTo>
                  <a:pt x="2527092" y="5398860"/>
                  <a:pt x="2618913" y="5380598"/>
                  <a:pt x="2058068" y="5181825"/>
                </a:cubicBezTo>
                <a:cubicBezTo>
                  <a:pt x="2008504" y="5164086"/>
                  <a:pt x="1660519" y="5056613"/>
                  <a:pt x="1447659" y="5044613"/>
                </a:cubicBezTo>
                <a:cubicBezTo>
                  <a:pt x="1391313" y="5041483"/>
                  <a:pt x="1329751" y="5042527"/>
                  <a:pt x="1281230" y="4977311"/>
                </a:cubicBezTo>
                <a:cubicBezTo>
                  <a:pt x="1429920" y="4979399"/>
                  <a:pt x="1557741" y="4979399"/>
                  <a:pt x="1696518" y="4945487"/>
                </a:cubicBezTo>
                <a:cubicBezTo>
                  <a:pt x="1622434" y="4898532"/>
                  <a:pt x="1537394" y="4938705"/>
                  <a:pt x="1478440" y="4905836"/>
                </a:cubicBezTo>
                <a:cubicBezTo>
                  <a:pt x="1423138" y="4875577"/>
                  <a:pt x="1375140" y="4871404"/>
                  <a:pt x="1318795" y="4919401"/>
                </a:cubicBezTo>
                <a:cubicBezTo>
                  <a:pt x="1289578" y="4944443"/>
                  <a:pt x="1237928" y="4939747"/>
                  <a:pt x="1208190" y="4925140"/>
                </a:cubicBezTo>
                <a:cubicBezTo>
                  <a:pt x="1049066" y="4846360"/>
                  <a:pt x="1052718" y="4847404"/>
                  <a:pt x="875857" y="4867751"/>
                </a:cubicBezTo>
                <a:cubicBezTo>
                  <a:pt x="763166" y="4880272"/>
                  <a:pt x="648388" y="4902706"/>
                  <a:pt x="545088" y="4889141"/>
                </a:cubicBezTo>
                <a:cubicBezTo>
                  <a:pt x="532045" y="4859403"/>
                  <a:pt x="543522" y="4845839"/>
                  <a:pt x="558131" y="4841666"/>
                </a:cubicBezTo>
                <a:cubicBezTo>
                  <a:pt x="796034" y="4776973"/>
                  <a:pt x="840379" y="4702889"/>
                  <a:pt x="1081413" y="4662717"/>
                </a:cubicBezTo>
                <a:cubicBezTo>
                  <a:pt x="1099151" y="4617327"/>
                  <a:pt x="1011503" y="4609500"/>
                  <a:pt x="1052718" y="4564633"/>
                </a:cubicBezTo>
                <a:cubicBezTo>
                  <a:pt x="1127846" y="4529678"/>
                  <a:pt x="1216016" y="4570894"/>
                  <a:pt x="1290622" y="4525505"/>
                </a:cubicBezTo>
                <a:cubicBezTo>
                  <a:pt x="1277579" y="4493158"/>
                  <a:pt x="1214972" y="4516636"/>
                  <a:pt x="1217581" y="4482202"/>
                </a:cubicBezTo>
                <a:cubicBezTo>
                  <a:pt x="1220712" y="4442552"/>
                  <a:pt x="1264536" y="4448813"/>
                  <a:pt x="1294796" y="4451421"/>
                </a:cubicBezTo>
                <a:cubicBezTo>
                  <a:pt x="1441398" y="4464985"/>
                  <a:pt x="1568696" y="4390902"/>
                  <a:pt x="1709040" y="4365860"/>
                </a:cubicBezTo>
                <a:cubicBezTo>
                  <a:pt x="1559306" y="4303253"/>
                  <a:pt x="686474" y="4353338"/>
                  <a:pt x="530479" y="4334034"/>
                </a:cubicBezTo>
                <a:cubicBezTo>
                  <a:pt x="367182" y="4314210"/>
                  <a:pt x="107367" y="4261516"/>
                  <a:pt x="174146" y="4244821"/>
                </a:cubicBezTo>
                <a:cubicBezTo>
                  <a:pt x="249796" y="4225518"/>
                  <a:pt x="519524" y="3996484"/>
                  <a:pt x="596216" y="3986050"/>
                </a:cubicBezTo>
                <a:cubicBezTo>
                  <a:pt x="685430" y="3974050"/>
                  <a:pt x="703169" y="3957876"/>
                  <a:pt x="820554" y="3875967"/>
                </a:cubicBezTo>
                <a:cubicBezTo>
                  <a:pt x="897769" y="3822230"/>
                  <a:pt x="576391" y="3939094"/>
                  <a:pt x="451179" y="3901009"/>
                </a:cubicBezTo>
                <a:cubicBezTo>
                  <a:pt x="405268" y="3886923"/>
                  <a:pt x="729255" y="3738233"/>
                  <a:pt x="729255" y="3711105"/>
                </a:cubicBezTo>
                <a:cubicBezTo>
                  <a:pt x="729255" y="3682409"/>
                  <a:pt x="700038" y="3676150"/>
                  <a:pt x="672387" y="3676150"/>
                </a:cubicBezTo>
                <a:cubicBezTo>
                  <a:pt x="610824" y="3676150"/>
                  <a:pt x="629606" y="3651106"/>
                  <a:pt x="568043" y="3652673"/>
                </a:cubicBezTo>
                <a:cubicBezTo>
                  <a:pt x="748558" y="3580154"/>
                  <a:pt x="860205" y="3599458"/>
                  <a:pt x="1038632" y="3533198"/>
                </a:cubicBezTo>
                <a:cubicBezTo>
                  <a:pt x="1125760" y="3500852"/>
                  <a:pt x="817425" y="3393378"/>
                  <a:pt x="907160" y="3365206"/>
                </a:cubicBezTo>
                <a:cubicBezTo>
                  <a:pt x="941071" y="3354249"/>
                  <a:pt x="986461" y="3365727"/>
                  <a:pt x="1009938" y="3327120"/>
                </a:cubicBezTo>
                <a:cubicBezTo>
                  <a:pt x="972897" y="3296340"/>
                  <a:pt x="923855" y="3309904"/>
                  <a:pt x="886812" y="3322425"/>
                </a:cubicBezTo>
                <a:cubicBezTo>
                  <a:pt x="792381" y="3354772"/>
                  <a:pt x="799165" y="3346946"/>
                  <a:pt x="789773" y="3322947"/>
                </a:cubicBezTo>
                <a:cubicBezTo>
                  <a:pt x="758993" y="3241037"/>
                  <a:pt x="682822" y="3267123"/>
                  <a:pt x="615520" y="3280688"/>
                </a:cubicBezTo>
                <a:cubicBezTo>
                  <a:pt x="412050" y="3321382"/>
                  <a:pt x="205972" y="3309904"/>
                  <a:pt x="3023" y="3351641"/>
                </a:cubicBezTo>
                <a:cubicBezTo>
                  <a:pt x="-18888" y="3356337"/>
                  <a:pt x="83890" y="3262949"/>
                  <a:pt x="132409" y="3251993"/>
                </a:cubicBezTo>
                <a:cubicBezTo>
                  <a:pt x="185103" y="3240516"/>
                  <a:pt x="249796" y="3248863"/>
                  <a:pt x="287360" y="3195127"/>
                </a:cubicBezTo>
                <a:cubicBezTo>
                  <a:pt x="220579" y="3181561"/>
                  <a:pt x="144410" y="3207647"/>
                  <a:pt x="78150" y="3164866"/>
                </a:cubicBezTo>
                <a:cubicBezTo>
                  <a:pt x="225276" y="3105913"/>
                  <a:pt x="371878" y="3107999"/>
                  <a:pt x="498655" y="3069914"/>
                </a:cubicBezTo>
                <a:cubicBezTo>
                  <a:pt x="510133" y="2999483"/>
                  <a:pt x="426658" y="3025046"/>
                  <a:pt x="396399" y="2984874"/>
                </a:cubicBezTo>
                <a:cubicBezTo>
                  <a:pt x="1351140" y="2916007"/>
                  <a:pt x="817946" y="2712537"/>
                  <a:pt x="658822" y="2601411"/>
                </a:cubicBezTo>
                <a:cubicBezTo>
                  <a:pt x="605607" y="2564370"/>
                  <a:pt x="1164888" y="2388551"/>
                  <a:pt x="1183148" y="2383856"/>
                </a:cubicBezTo>
                <a:cubicBezTo>
                  <a:pt x="1229581" y="2372900"/>
                  <a:pt x="1413747" y="2380725"/>
                  <a:pt x="1451311" y="2366639"/>
                </a:cubicBezTo>
                <a:cubicBezTo>
                  <a:pt x="1499309" y="2348901"/>
                  <a:pt x="1340706" y="2318120"/>
                  <a:pt x="1376184" y="2296729"/>
                </a:cubicBezTo>
                <a:cubicBezTo>
                  <a:pt x="1625043" y="2145953"/>
                  <a:pt x="1642780" y="1919006"/>
                  <a:pt x="1572870" y="1902834"/>
                </a:cubicBezTo>
                <a:cubicBezTo>
                  <a:pt x="1500353" y="1886138"/>
                  <a:pt x="1429399" y="1899181"/>
                  <a:pt x="1362097" y="1926311"/>
                </a:cubicBezTo>
                <a:cubicBezTo>
                  <a:pt x="1252536" y="1970656"/>
                  <a:pt x="493960" y="1907528"/>
                  <a:pt x="281620" y="1943006"/>
                </a:cubicBezTo>
                <a:cubicBezTo>
                  <a:pt x="249274" y="1948223"/>
                  <a:pt x="205451" y="1971700"/>
                  <a:pt x="174669" y="1927876"/>
                </a:cubicBezTo>
                <a:cubicBezTo>
                  <a:pt x="393269" y="1785969"/>
                  <a:pt x="673952" y="1826663"/>
                  <a:pt x="918115" y="1730145"/>
                </a:cubicBezTo>
                <a:cubicBezTo>
                  <a:pt x="822119" y="1663886"/>
                  <a:pt x="724558" y="1667017"/>
                  <a:pt x="624389" y="1676929"/>
                </a:cubicBezTo>
                <a:cubicBezTo>
                  <a:pt x="598304" y="1679538"/>
                  <a:pt x="562826" y="1683190"/>
                  <a:pt x="556565" y="1655539"/>
                </a:cubicBezTo>
                <a:cubicBezTo>
                  <a:pt x="548739" y="1620584"/>
                  <a:pt x="590999" y="1614323"/>
                  <a:pt x="618650" y="1600237"/>
                </a:cubicBezTo>
                <a:cubicBezTo>
                  <a:pt x="660909" y="1578325"/>
                  <a:pt x="723515" y="1604410"/>
                  <a:pt x="775165" y="1544413"/>
                </a:cubicBezTo>
                <a:cubicBezTo>
                  <a:pt x="618650" y="1558500"/>
                  <a:pt x="486656" y="1583021"/>
                  <a:pt x="348401" y="1624758"/>
                </a:cubicBezTo>
                <a:cubicBezTo>
                  <a:pt x="360400" y="1587717"/>
                  <a:pt x="402137" y="1570499"/>
                  <a:pt x="378660" y="1539719"/>
                </a:cubicBezTo>
                <a:cubicBezTo>
                  <a:pt x="360922" y="1516763"/>
                  <a:pt x="310316" y="1505806"/>
                  <a:pt x="336402" y="1463025"/>
                </a:cubicBezTo>
                <a:cubicBezTo>
                  <a:pt x="409963" y="1417636"/>
                  <a:pt x="514307" y="1429636"/>
                  <a:pt x="576913" y="1364421"/>
                </a:cubicBezTo>
                <a:cubicBezTo>
                  <a:pt x="665605" y="1271556"/>
                  <a:pt x="803338" y="1239731"/>
                  <a:pt x="911856" y="1171908"/>
                </a:cubicBezTo>
                <a:cubicBezTo>
                  <a:pt x="947853" y="1149995"/>
                  <a:pt x="1184192" y="1073303"/>
                  <a:pt x="1247841" y="1048782"/>
                </a:cubicBezTo>
                <a:cubicBezTo>
                  <a:pt x="1336532" y="1014349"/>
                  <a:pt x="1437746" y="1002349"/>
                  <a:pt x="1524872" y="939221"/>
                </a:cubicBezTo>
                <a:cubicBezTo>
                  <a:pt x="1439310" y="926178"/>
                  <a:pt x="1369923" y="985133"/>
                  <a:pt x="1267145" y="956439"/>
                </a:cubicBezTo>
                <a:cubicBezTo>
                  <a:pt x="1429920" y="895398"/>
                  <a:pt x="1579131" y="867746"/>
                  <a:pt x="1697039" y="783749"/>
                </a:cubicBezTo>
                <a:cubicBezTo>
                  <a:pt x="1711648" y="773315"/>
                  <a:pt x="1740342" y="776446"/>
                  <a:pt x="1762255" y="772794"/>
                </a:cubicBezTo>
                <a:cubicBezTo>
                  <a:pt x="1992852" y="735752"/>
                  <a:pt x="2224495" y="704449"/>
                  <a:pt x="2452486" y="650712"/>
                </a:cubicBezTo>
                <a:cubicBezTo>
                  <a:pt x="2504136" y="638191"/>
                  <a:pt x="2595436" y="635061"/>
                  <a:pt x="2586045" y="590193"/>
                </a:cubicBezTo>
                <a:cubicBezTo>
                  <a:pt x="2571959" y="522891"/>
                  <a:pt x="2486919" y="570889"/>
                  <a:pt x="2432138" y="577150"/>
                </a:cubicBezTo>
                <a:cubicBezTo>
                  <a:pt x="2262059" y="597497"/>
                  <a:pt x="2091979" y="632974"/>
                  <a:pt x="1919291" y="613149"/>
                </a:cubicBezTo>
                <a:cubicBezTo>
                  <a:pt x="2035633" y="588107"/>
                  <a:pt x="2151455" y="562542"/>
                  <a:pt x="2267799" y="537499"/>
                </a:cubicBezTo>
                <a:cubicBezTo>
                  <a:pt x="2134238" y="546368"/>
                  <a:pt x="2017896" y="487936"/>
                  <a:pt x="1887988" y="514022"/>
                </a:cubicBezTo>
                <a:cubicBezTo>
                  <a:pt x="1846250" y="522370"/>
                  <a:pt x="1802427" y="495762"/>
                  <a:pt x="1798252" y="454546"/>
                </a:cubicBezTo>
                <a:cubicBezTo>
                  <a:pt x="1793557" y="421678"/>
                  <a:pt x="1832686" y="407071"/>
                  <a:pt x="1862424" y="396636"/>
                </a:cubicBezTo>
                <a:cubicBezTo>
                  <a:pt x="1938595" y="370028"/>
                  <a:pt x="1999113" y="291250"/>
                  <a:pt x="2096675" y="332987"/>
                </a:cubicBezTo>
                <a:cubicBezTo>
                  <a:pt x="2158237" y="267250"/>
                  <a:pt x="2256320" y="256816"/>
                  <a:pt x="2335621" y="239600"/>
                </a:cubicBezTo>
                <a:cubicBezTo>
                  <a:pt x="2588654" y="185341"/>
                  <a:pt x="2845338" y="143081"/>
                  <a:pt x="3102023" y="107082"/>
                </a:cubicBezTo>
                <a:cubicBezTo>
                  <a:pt x="3270538" y="83605"/>
                  <a:pt x="3444270" y="93518"/>
                  <a:pt x="3611219" y="63780"/>
                </a:cubicBezTo>
                <a:cubicBezTo>
                  <a:pt x="3937814" y="5869"/>
                  <a:pt x="4262322" y="7436"/>
                  <a:pt x="4587352" y="1175"/>
                </a:cubicBezTo>
                <a:cubicBezTo>
                  <a:pt x="4663262" y="-260"/>
                  <a:pt x="4738976" y="-293"/>
                  <a:pt x="4814568" y="604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Tải Logo Trường Đại Học Văn Lang Miễn Phí File AI, SVG, PNG, EPS">
            <a:extLst>
              <a:ext uri="{FF2B5EF4-FFF2-40B4-BE49-F238E27FC236}">
                <a16:creationId xmlns:a16="http://schemas.microsoft.com/office/drawing/2014/main" id="{50C69393-B05E-0BC3-D26E-BE25E1A224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2306" y="133176"/>
            <a:ext cx="989992" cy="1131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E3A9ED2-5FCF-74A4-24FD-83FD8F983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05D83-4CC4-40E5-ABBE-915EF2813888}" type="slidenum">
              <a:rPr lang="en-US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6</a:t>
            </a:fld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D696CB7-FA0C-91C9-C005-F7F7BDB24B3C}"/>
              </a:ext>
            </a:extLst>
          </p:cNvPr>
          <p:cNvSpPr/>
          <p:nvPr/>
        </p:nvSpPr>
        <p:spPr>
          <a:xfrm>
            <a:off x="-3048" y="-1"/>
            <a:ext cx="4908423" cy="914400"/>
          </a:xfrm>
          <a:prstGeom prst="rect">
            <a:avLst/>
          </a:prstGeom>
          <a:solidFill>
            <a:srgbClr val="D720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457200" tIns="0" rIns="0" bIns="0" rtlCol="0" anchor="ctr" anchorCtr="0"/>
          <a:lstStyle/>
          <a:p>
            <a:r>
              <a:rPr 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I. Overview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D41B238E-A137-6FDC-6F9C-19105B55296F}"/>
              </a:ext>
            </a:extLst>
          </p:cNvPr>
          <p:cNvSpPr/>
          <p:nvPr/>
        </p:nvSpPr>
        <p:spPr>
          <a:xfrm>
            <a:off x="4354449" y="-2"/>
            <a:ext cx="1104900" cy="914399"/>
          </a:xfrm>
          <a:prstGeom prst="ellipse">
            <a:avLst/>
          </a:prstGeom>
          <a:solidFill>
            <a:srgbClr val="D720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33A445E-2B84-EBDF-DDBF-22C8A169E39D}"/>
              </a:ext>
            </a:extLst>
          </p:cNvPr>
          <p:cNvSpPr/>
          <p:nvPr/>
        </p:nvSpPr>
        <p:spPr>
          <a:xfrm>
            <a:off x="-3048" y="977156"/>
            <a:ext cx="4114800" cy="457198"/>
          </a:xfrm>
          <a:prstGeom prst="rect">
            <a:avLst/>
          </a:prstGeom>
          <a:solidFill>
            <a:srgbClr val="D720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457200" tIns="0" rIns="0" bIns="0" rtlCol="0" anchor="ctr" anchorCtr="0"/>
          <a:lstStyle/>
          <a:p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1.4 Scope, Objectives, MVP</a:t>
            </a:r>
          </a:p>
        </p:txBody>
      </p:sp>
      <p:pic>
        <p:nvPicPr>
          <p:cNvPr id="4" name="Google Shape;120;p16" descr="image.png">
            <a:extLst>
              <a:ext uri="{FF2B5EF4-FFF2-40B4-BE49-F238E27FC236}">
                <a16:creationId xmlns:a16="http://schemas.microsoft.com/office/drawing/2014/main" id="{9C62ABF4-54E2-B7DF-8B0C-41AC839D11A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1025" y="2440781"/>
            <a:ext cx="3486150" cy="3209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21;p16" descr="image.png">
            <a:extLst>
              <a:ext uri="{FF2B5EF4-FFF2-40B4-BE49-F238E27FC236}">
                <a16:creationId xmlns:a16="http://schemas.microsoft.com/office/drawing/2014/main" id="{DB30C251-F811-79CA-1F61-60DDB08D93D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52925" y="2440781"/>
            <a:ext cx="3486150" cy="3209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22;p16" descr="image.png">
            <a:extLst>
              <a:ext uri="{FF2B5EF4-FFF2-40B4-BE49-F238E27FC236}">
                <a16:creationId xmlns:a16="http://schemas.microsoft.com/office/drawing/2014/main" id="{933D5C78-C2AD-DD3B-08B0-D6B393EBF3E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4825" y="2440781"/>
            <a:ext cx="3486150" cy="3209925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23;p16">
            <a:extLst>
              <a:ext uri="{FF2B5EF4-FFF2-40B4-BE49-F238E27FC236}">
                <a16:creationId xmlns:a16="http://schemas.microsoft.com/office/drawing/2014/main" id="{CAAF4DF1-ED24-06C6-9234-0526FA9B4452}"/>
              </a:ext>
            </a:extLst>
          </p:cNvPr>
          <p:cNvSpPr txBox="1"/>
          <p:nvPr/>
        </p:nvSpPr>
        <p:spPr>
          <a:xfrm>
            <a:off x="914400" y="3526631"/>
            <a:ext cx="296037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Urbanist"/>
              </a:rPr>
              <a:t>In-Scope</a:t>
            </a:r>
            <a:endParaRPr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2" name="Google Shape;124;p16">
            <a:extLst>
              <a:ext uri="{FF2B5EF4-FFF2-40B4-BE49-F238E27FC236}">
                <a16:creationId xmlns:a16="http://schemas.microsoft.com/office/drawing/2014/main" id="{43A7C258-E9EE-8BFE-FDF5-24FB6B8B22E8}"/>
              </a:ext>
            </a:extLst>
          </p:cNvPr>
          <p:cNvSpPr txBox="1"/>
          <p:nvPr/>
        </p:nvSpPr>
        <p:spPr>
          <a:xfrm>
            <a:off x="914400" y="3993356"/>
            <a:ext cx="2819400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Urbanist"/>
              </a:rPr>
              <a:t>3D Single-player logic, 2 detailed scenarios, Incident State mapping, Bot support, and end-to-end debriefing system.</a:t>
            </a:r>
            <a:endParaRPr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3" name="Google Shape;125;p16">
            <a:extLst>
              <a:ext uri="{FF2B5EF4-FFF2-40B4-BE49-F238E27FC236}">
                <a16:creationId xmlns:a16="http://schemas.microsoft.com/office/drawing/2014/main" id="{A66605DB-C354-44D4-C546-AB2C27D75FDD}"/>
              </a:ext>
            </a:extLst>
          </p:cNvPr>
          <p:cNvSpPr txBox="1"/>
          <p:nvPr/>
        </p:nvSpPr>
        <p:spPr>
          <a:xfrm>
            <a:off x="4686300" y="3526631"/>
            <a:ext cx="296037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Urbanist"/>
              </a:rPr>
              <a:t>Out-of-Scope</a:t>
            </a:r>
            <a:endParaRPr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4" name="Google Shape;126;p16">
            <a:extLst>
              <a:ext uri="{FF2B5EF4-FFF2-40B4-BE49-F238E27FC236}">
                <a16:creationId xmlns:a16="http://schemas.microsoft.com/office/drawing/2014/main" id="{46559501-5B8E-D606-E736-4C778E715258}"/>
              </a:ext>
            </a:extLst>
          </p:cNvPr>
          <p:cNvSpPr txBox="1"/>
          <p:nvPr/>
        </p:nvSpPr>
        <p:spPr>
          <a:xfrm>
            <a:off x="4686300" y="3993356"/>
            <a:ext cx="2819400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Urbanist"/>
              </a:rPr>
              <a:t>Multiplayer networking, open-world exploration, vehicle simulation, VR/Mobile porting, or complex fluid dynamics.</a:t>
            </a:r>
            <a:endParaRPr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5" name="Google Shape;127;p16">
            <a:extLst>
              <a:ext uri="{FF2B5EF4-FFF2-40B4-BE49-F238E27FC236}">
                <a16:creationId xmlns:a16="http://schemas.microsoft.com/office/drawing/2014/main" id="{57ED8165-EF37-4896-06FA-305EC1D3144C}"/>
              </a:ext>
            </a:extLst>
          </p:cNvPr>
          <p:cNvSpPr txBox="1"/>
          <p:nvPr/>
        </p:nvSpPr>
        <p:spPr>
          <a:xfrm>
            <a:off x="8458200" y="3526631"/>
            <a:ext cx="296037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Urbanist"/>
              </a:rPr>
              <a:t>MVP</a:t>
            </a:r>
            <a:r>
              <a:rPr lang="en-US" sz="2100" b="1" i="0" u="none" strike="noStrike" cap="none" dirty="0">
                <a:solidFill>
                  <a:srgbClr val="FFD3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Urbanist"/>
              </a:rPr>
              <a:t> </a:t>
            </a:r>
            <a:r>
              <a:rPr lang="en-US" sz="2100" b="1" i="0" u="none" strike="noStrike" cap="none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Urbanist"/>
              </a:rPr>
              <a:t>Definition</a:t>
            </a:r>
            <a:endParaRPr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6" name="Google Shape;128;p16">
            <a:extLst>
              <a:ext uri="{FF2B5EF4-FFF2-40B4-BE49-F238E27FC236}">
                <a16:creationId xmlns:a16="http://schemas.microsoft.com/office/drawing/2014/main" id="{F3B63B58-A58B-8B22-BEAB-89FDCF38635A}"/>
              </a:ext>
            </a:extLst>
          </p:cNvPr>
          <p:cNvSpPr txBox="1"/>
          <p:nvPr/>
        </p:nvSpPr>
        <p:spPr>
          <a:xfrm>
            <a:off x="8458200" y="3993356"/>
            <a:ext cx="2819400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Urbanist"/>
              </a:rPr>
              <a:t>A functional core loop where Call Phase data directly influences the On-site mission parameters and success rating.</a:t>
            </a:r>
            <a:endParaRPr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7" name="Google Shape;129;p16" descr="image.png">
            <a:extLst>
              <a:ext uri="{FF2B5EF4-FFF2-40B4-BE49-F238E27FC236}">
                <a16:creationId xmlns:a16="http://schemas.microsoft.com/office/drawing/2014/main" id="{D43CB550-73A6-3DB3-89F3-DC07665548C4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14400" y="2812256"/>
            <a:ext cx="42862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30;p16" descr="image.png">
            <a:extLst>
              <a:ext uri="{FF2B5EF4-FFF2-40B4-BE49-F238E27FC236}">
                <a16:creationId xmlns:a16="http://schemas.microsoft.com/office/drawing/2014/main" id="{86B602B3-08FD-48B8-E113-EB7F207B3DD4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686300" y="2812256"/>
            <a:ext cx="42862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31;p16" descr="image.png">
            <a:extLst>
              <a:ext uri="{FF2B5EF4-FFF2-40B4-BE49-F238E27FC236}">
                <a16:creationId xmlns:a16="http://schemas.microsoft.com/office/drawing/2014/main" id="{955B9B3C-3932-7A4A-C5EA-B640B4D46698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458200" y="2812256"/>
            <a:ext cx="485775" cy="4286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505256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3F6192-2C14-5D17-7FCB-E692859C0B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ải Logo Trường Đại Học Văn Lang Miễn Phí File AI, SVG, PNG, EPS">
            <a:extLst>
              <a:ext uri="{FF2B5EF4-FFF2-40B4-BE49-F238E27FC236}">
                <a16:creationId xmlns:a16="http://schemas.microsoft.com/office/drawing/2014/main" id="{F17B521E-F9C3-4FF3-F8FF-AB1BB6DCF8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151" r="-2" b="20691"/>
          <a:stretch>
            <a:fillRect/>
          </a:stretch>
        </p:blipFill>
        <p:spPr bwMode="auto">
          <a:xfrm>
            <a:off x="0" y="0"/>
            <a:ext cx="12192000" cy="6857999"/>
          </a:xfrm>
          <a:custGeom>
            <a:avLst/>
            <a:gdLst/>
            <a:ahLst/>
            <a:cxnLst/>
            <a:rect l="l" t="t" r="r" b="b"/>
            <a:pathLst>
              <a:path w="8500451" h="5783926">
                <a:moveTo>
                  <a:pt x="4814568" y="604"/>
                </a:moveTo>
                <a:cubicBezTo>
                  <a:pt x="5041344" y="3294"/>
                  <a:pt x="5267019" y="14348"/>
                  <a:pt x="5493575" y="21000"/>
                </a:cubicBezTo>
                <a:cubicBezTo>
                  <a:pt x="5987120" y="36130"/>
                  <a:pt x="6483273" y="35607"/>
                  <a:pt x="6977859" y="46564"/>
                </a:cubicBezTo>
                <a:cubicBezTo>
                  <a:pt x="7286195" y="53346"/>
                  <a:pt x="7590877" y="77867"/>
                  <a:pt x="7880953" y="154038"/>
                </a:cubicBezTo>
                <a:cubicBezTo>
                  <a:pt x="7921646" y="164993"/>
                  <a:pt x="7967557" y="167081"/>
                  <a:pt x="7998861" y="193166"/>
                </a:cubicBezTo>
                <a:cubicBezTo>
                  <a:pt x="8033815" y="222382"/>
                  <a:pt x="8019729" y="265163"/>
                  <a:pt x="7968600" y="273511"/>
                </a:cubicBezTo>
                <a:cubicBezTo>
                  <a:pt x="7903386" y="284466"/>
                  <a:pt x="7836607" y="287597"/>
                  <a:pt x="7764609" y="294901"/>
                </a:cubicBezTo>
                <a:cubicBezTo>
                  <a:pt x="7792260" y="335073"/>
                  <a:pt x="7859040" y="304814"/>
                  <a:pt x="7876257" y="354899"/>
                </a:cubicBezTo>
                <a:cubicBezTo>
                  <a:pt x="7799043" y="389332"/>
                  <a:pt x="7705656" y="366898"/>
                  <a:pt x="7631049" y="400810"/>
                </a:cubicBezTo>
                <a:cubicBezTo>
                  <a:pt x="7633137" y="424287"/>
                  <a:pt x="7649831" y="426374"/>
                  <a:pt x="7663396" y="432635"/>
                </a:cubicBezTo>
                <a:cubicBezTo>
                  <a:pt x="7676961" y="438373"/>
                  <a:pt x="7710871" y="430026"/>
                  <a:pt x="7696264" y="462894"/>
                </a:cubicBezTo>
                <a:cubicBezTo>
                  <a:pt x="7541315" y="482719"/>
                  <a:pt x="7393147" y="550021"/>
                  <a:pt x="7229849" y="540630"/>
                </a:cubicBezTo>
                <a:cubicBezTo>
                  <a:pt x="7431755" y="558890"/>
                  <a:pt x="7602355" y="633496"/>
                  <a:pt x="7780782" y="683059"/>
                </a:cubicBezTo>
                <a:cubicBezTo>
                  <a:pt x="7773479" y="741491"/>
                  <a:pt x="7701483" y="718014"/>
                  <a:pt x="7680613" y="759751"/>
                </a:cubicBezTo>
                <a:cubicBezTo>
                  <a:pt x="7794869" y="788967"/>
                  <a:pt x="7904429" y="823401"/>
                  <a:pt x="7998861" y="880789"/>
                </a:cubicBezTo>
                <a:cubicBezTo>
                  <a:pt x="8083901" y="932439"/>
                  <a:pt x="8164765" y="989306"/>
                  <a:pt x="8257111" y="1031566"/>
                </a:cubicBezTo>
                <a:cubicBezTo>
                  <a:pt x="8354150" y="1075912"/>
                  <a:pt x="8413103" y="1132779"/>
                  <a:pt x="8402148" y="1229819"/>
                </a:cubicBezTo>
                <a:cubicBezTo>
                  <a:pt x="8397452" y="1269468"/>
                  <a:pt x="8409973" y="1302859"/>
                  <a:pt x="8453275" y="1318510"/>
                </a:cubicBezTo>
                <a:cubicBezTo>
                  <a:pt x="8507013" y="1337814"/>
                  <a:pt x="8501275" y="1367029"/>
                  <a:pt x="8499187" y="1411897"/>
                </a:cubicBezTo>
                <a:cubicBezTo>
                  <a:pt x="8496056" y="1465634"/>
                  <a:pt x="8468406" y="1486504"/>
                  <a:pt x="8419885" y="1504764"/>
                </a:cubicBezTo>
                <a:cubicBezTo>
                  <a:pt x="8350497" y="1530327"/>
                  <a:pt x="8349975" y="1569978"/>
                  <a:pt x="8368237" y="1617454"/>
                </a:cubicBezTo>
                <a:cubicBezTo>
                  <a:pt x="8378149" y="1643540"/>
                  <a:pt x="8393278" y="1664409"/>
                  <a:pt x="8415713" y="1683712"/>
                </a:cubicBezTo>
                <a:cubicBezTo>
                  <a:pt x="8493448" y="1751014"/>
                  <a:pt x="8492927" y="1752056"/>
                  <a:pt x="8416755" y="1831880"/>
                </a:cubicBezTo>
                <a:cubicBezTo>
                  <a:pt x="8396408" y="1853269"/>
                  <a:pt x="8374496" y="1867356"/>
                  <a:pt x="8383888" y="1901790"/>
                </a:cubicBezTo>
                <a:cubicBezTo>
                  <a:pt x="8415713" y="2016046"/>
                  <a:pt x="8411538" y="2016046"/>
                  <a:pt x="8283717" y="2053609"/>
                </a:cubicBezTo>
                <a:cubicBezTo>
                  <a:pt x="8254501" y="2062479"/>
                  <a:pt x="8215373" y="2054653"/>
                  <a:pt x="8198678" y="2087521"/>
                </a:cubicBezTo>
                <a:cubicBezTo>
                  <a:pt x="8209113" y="2111521"/>
                  <a:pt x="8184591" y="2690625"/>
                  <a:pt x="8207547" y="2700017"/>
                </a:cubicBezTo>
                <a:cubicBezTo>
                  <a:pt x="8387017" y="2773578"/>
                  <a:pt x="8409451" y="2860184"/>
                  <a:pt x="8269632" y="2996352"/>
                </a:cubicBezTo>
                <a:cubicBezTo>
                  <a:pt x="8175722" y="3087653"/>
                  <a:pt x="8186677" y="3236864"/>
                  <a:pt x="8225807" y="3330251"/>
                </a:cubicBezTo>
                <a:cubicBezTo>
                  <a:pt x="8373452" y="3371467"/>
                  <a:pt x="8341107" y="3481027"/>
                  <a:pt x="8370845" y="3577023"/>
                </a:cubicBezTo>
                <a:cubicBezTo>
                  <a:pt x="8392757" y="3649020"/>
                  <a:pt x="8306673" y="3639107"/>
                  <a:pt x="8310847" y="3671976"/>
                </a:cubicBezTo>
                <a:cubicBezTo>
                  <a:pt x="8365105" y="3711626"/>
                  <a:pt x="8437624" y="3724148"/>
                  <a:pt x="8479884" y="3778406"/>
                </a:cubicBezTo>
                <a:cubicBezTo>
                  <a:pt x="8403713" y="3818056"/>
                  <a:pt x="8365105" y="3873880"/>
                  <a:pt x="8322845" y="3929703"/>
                </a:cubicBezTo>
                <a:cubicBezTo>
                  <a:pt x="8254501" y="4020482"/>
                  <a:pt x="8161635" y="4097174"/>
                  <a:pt x="8063031" y="4166563"/>
                </a:cubicBezTo>
                <a:cubicBezTo>
                  <a:pt x="8012947" y="4649674"/>
                  <a:pt x="7851215" y="5156783"/>
                  <a:pt x="7833475" y="5181825"/>
                </a:cubicBezTo>
                <a:cubicBezTo>
                  <a:pt x="7760436" y="5174520"/>
                  <a:pt x="7618528" y="5466682"/>
                  <a:pt x="7495403" y="5493812"/>
                </a:cubicBezTo>
                <a:cubicBezTo>
                  <a:pt x="7366017" y="5523550"/>
                  <a:pt x="5441925" y="5797973"/>
                  <a:pt x="5148199" y="5783364"/>
                </a:cubicBezTo>
                <a:cubicBezTo>
                  <a:pt x="3551743" y="5705628"/>
                  <a:pt x="3505310" y="5598155"/>
                  <a:pt x="3505310" y="5598155"/>
                </a:cubicBezTo>
                <a:cubicBezTo>
                  <a:pt x="3505310" y="5598155"/>
                  <a:pt x="3596089" y="5571548"/>
                  <a:pt x="3675390" y="5541287"/>
                </a:cubicBezTo>
                <a:cubicBezTo>
                  <a:pt x="3627392" y="5542853"/>
                  <a:pt x="3579395" y="5543896"/>
                  <a:pt x="3531919" y="5542331"/>
                </a:cubicBezTo>
                <a:cubicBezTo>
                  <a:pt x="3164108" y="5531375"/>
                  <a:pt x="3500093" y="5511028"/>
                  <a:pt x="3138022" y="5469291"/>
                </a:cubicBezTo>
                <a:cubicBezTo>
                  <a:pt x="2527092" y="5398860"/>
                  <a:pt x="2618913" y="5380598"/>
                  <a:pt x="2058068" y="5181825"/>
                </a:cubicBezTo>
                <a:cubicBezTo>
                  <a:pt x="2008504" y="5164086"/>
                  <a:pt x="1660519" y="5056613"/>
                  <a:pt x="1447659" y="5044613"/>
                </a:cubicBezTo>
                <a:cubicBezTo>
                  <a:pt x="1391313" y="5041483"/>
                  <a:pt x="1329751" y="5042527"/>
                  <a:pt x="1281230" y="4977311"/>
                </a:cubicBezTo>
                <a:cubicBezTo>
                  <a:pt x="1429920" y="4979399"/>
                  <a:pt x="1557741" y="4979399"/>
                  <a:pt x="1696518" y="4945487"/>
                </a:cubicBezTo>
                <a:cubicBezTo>
                  <a:pt x="1622434" y="4898532"/>
                  <a:pt x="1537394" y="4938705"/>
                  <a:pt x="1478440" y="4905836"/>
                </a:cubicBezTo>
                <a:cubicBezTo>
                  <a:pt x="1423138" y="4875577"/>
                  <a:pt x="1375140" y="4871404"/>
                  <a:pt x="1318795" y="4919401"/>
                </a:cubicBezTo>
                <a:cubicBezTo>
                  <a:pt x="1289578" y="4944443"/>
                  <a:pt x="1237928" y="4939747"/>
                  <a:pt x="1208190" y="4925140"/>
                </a:cubicBezTo>
                <a:cubicBezTo>
                  <a:pt x="1049066" y="4846360"/>
                  <a:pt x="1052718" y="4847404"/>
                  <a:pt x="875857" y="4867751"/>
                </a:cubicBezTo>
                <a:cubicBezTo>
                  <a:pt x="763166" y="4880272"/>
                  <a:pt x="648388" y="4902706"/>
                  <a:pt x="545088" y="4889141"/>
                </a:cubicBezTo>
                <a:cubicBezTo>
                  <a:pt x="532045" y="4859403"/>
                  <a:pt x="543522" y="4845839"/>
                  <a:pt x="558131" y="4841666"/>
                </a:cubicBezTo>
                <a:cubicBezTo>
                  <a:pt x="796034" y="4776973"/>
                  <a:pt x="840379" y="4702889"/>
                  <a:pt x="1081413" y="4662717"/>
                </a:cubicBezTo>
                <a:cubicBezTo>
                  <a:pt x="1099151" y="4617327"/>
                  <a:pt x="1011503" y="4609500"/>
                  <a:pt x="1052718" y="4564633"/>
                </a:cubicBezTo>
                <a:cubicBezTo>
                  <a:pt x="1127846" y="4529678"/>
                  <a:pt x="1216016" y="4570894"/>
                  <a:pt x="1290622" y="4525505"/>
                </a:cubicBezTo>
                <a:cubicBezTo>
                  <a:pt x="1277579" y="4493158"/>
                  <a:pt x="1214972" y="4516636"/>
                  <a:pt x="1217581" y="4482202"/>
                </a:cubicBezTo>
                <a:cubicBezTo>
                  <a:pt x="1220712" y="4442552"/>
                  <a:pt x="1264536" y="4448813"/>
                  <a:pt x="1294796" y="4451421"/>
                </a:cubicBezTo>
                <a:cubicBezTo>
                  <a:pt x="1441398" y="4464985"/>
                  <a:pt x="1568696" y="4390902"/>
                  <a:pt x="1709040" y="4365860"/>
                </a:cubicBezTo>
                <a:cubicBezTo>
                  <a:pt x="1559306" y="4303253"/>
                  <a:pt x="686474" y="4353338"/>
                  <a:pt x="530479" y="4334034"/>
                </a:cubicBezTo>
                <a:cubicBezTo>
                  <a:pt x="367182" y="4314210"/>
                  <a:pt x="107367" y="4261516"/>
                  <a:pt x="174146" y="4244821"/>
                </a:cubicBezTo>
                <a:cubicBezTo>
                  <a:pt x="249796" y="4225518"/>
                  <a:pt x="519524" y="3996484"/>
                  <a:pt x="596216" y="3986050"/>
                </a:cubicBezTo>
                <a:cubicBezTo>
                  <a:pt x="685430" y="3974050"/>
                  <a:pt x="703169" y="3957876"/>
                  <a:pt x="820554" y="3875967"/>
                </a:cubicBezTo>
                <a:cubicBezTo>
                  <a:pt x="897769" y="3822230"/>
                  <a:pt x="576391" y="3939094"/>
                  <a:pt x="451179" y="3901009"/>
                </a:cubicBezTo>
                <a:cubicBezTo>
                  <a:pt x="405268" y="3886923"/>
                  <a:pt x="729255" y="3738233"/>
                  <a:pt x="729255" y="3711105"/>
                </a:cubicBezTo>
                <a:cubicBezTo>
                  <a:pt x="729255" y="3682409"/>
                  <a:pt x="700038" y="3676150"/>
                  <a:pt x="672387" y="3676150"/>
                </a:cubicBezTo>
                <a:cubicBezTo>
                  <a:pt x="610824" y="3676150"/>
                  <a:pt x="629606" y="3651106"/>
                  <a:pt x="568043" y="3652673"/>
                </a:cubicBezTo>
                <a:cubicBezTo>
                  <a:pt x="748558" y="3580154"/>
                  <a:pt x="860205" y="3599458"/>
                  <a:pt x="1038632" y="3533198"/>
                </a:cubicBezTo>
                <a:cubicBezTo>
                  <a:pt x="1125760" y="3500852"/>
                  <a:pt x="817425" y="3393378"/>
                  <a:pt x="907160" y="3365206"/>
                </a:cubicBezTo>
                <a:cubicBezTo>
                  <a:pt x="941071" y="3354249"/>
                  <a:pt x="986461" y="3365727"/>
                  <a:pt x="1009938" y="3327120"/>
                </a:cubicBezTo>
                <a:cubicBezTo>
                  <a:pt x="972897" y="3296340"/>
                  <a:pt x="923855" y="3309904"/>
                  <a:pt x="886812" y="3322425"/>
                </a:cubicBezTo>
                <a:cubicBezTo>
                  <a:pt x="792381" y="3354772"/>
                  <a:pt x="799165" y="3346946"/>
                  <a:pt x="789773" y="3322947"/>
                </a:cubicBezTo>
                <a:cubicBezTo>
                  <a:pt x="758993" y="3241037"/>
                  <a:pt x="682822" y="3267123"/>
                  <a:pt x="615520" y="3280688"/>
                </a:cubicBezTo>
                <a:cubicBezTo>
                  <a:pt x="412050" y="3321382"/>
                  <a:pt x="205972" y="3309904"/>
                  <a:pt x="3023" y="3351641"/>
                </a:cubicBezTo>
                <a:cubicBezTo>
                  <a:pt x="-18888" y="3356337"/>
                  <a:pt x="83890" y="3262949"/>
                  <a:pt x="132409" y="3251993"/>
                </a:cubicBezTo>
                <a:cubicBezTo>
                  <a:pt x="185103" y="3240516"/>
                  <a:pt x="249796" y="3248863"/>
                  <a:pt x="287360" y="3195127"/>
                </a:cubicBezTo>
                <a:cubicBezTo>
                  <a:pt x="220579" y="3181561"/>
                  <a:pt x="144410" y="3207647"/>
                  <a:pt x="78150" y="3164866"/>
                </a:cubicBezTo>
                <a:cubicBezTo>
                  <a:pt x="225276" y="3105913"/>
                  <a:pt x="371878" y="3107999"/>
                  <a:pt x="498655" y="3069914"/>
                </a:cubicBezTo>
                <a:cubicBezTo>
                  <a:pt x="510133" y="2999483"/>
                  <a:pt x="426658" y="3025046"/>
                  <a:pt x="396399" y="2984874"/>
                </a:cubicBezTo>
                <a:cubicBezTo>
                  <a:pt x="1351140" y="2916007"/>
                  <a:pt x="817946" y="2712537"/>
                  <a:pt x="658822" y="2601411"/>
                </a:cubicBezTo>
                <a:cubicBezTo>
                  <a:pt x="605607" y="2564370"/>
                  <a:pt x="1164888" y="2388551"/>
                  <a:pt x="1183148" y="2383856"/>
                </a:cubicBezTo>
                <a:cubicBezTo>
                  <a:pt x="1229581" y="2372900"/>
                  <a:pt x="1413747" y="2380725"/>
                  <a:pt x="1451311" y="2366639"/>
                </a:cubicBezTo>
                <a:cubicBezTo>
                  <a:pt x="1499309" y="2348901"/>
                  <a:pt x="1340706" y="2318120"/>
                  <a:pt x="1376184" y="2296729"/>
                </a:cubicBezTo>
                <a:cubicBezTo>
                  <a:pt x="1625043" y="2145953"/>
                  <a:pt x="1642780" y="1919006"/>
                  <a:pt x="1572870" y="1902834"/>
                </a:cubicBezTo>
                <a:cubicBezTo>
                  <a:pt x="1500353" y="1886138"/>
                  <a:pt x="1429399" y="1899181"/>
                  <a:pt x="1362097" y="1926311"/>
                </a:cubicBezTo>
                <a:cubicBezTo>
                  <a:pt x="1252536" y="1970656"/>
                  <a:pt x="493960" y="1907528"/>
                  <a:pt x="281620" y="1943006"/>
                </a:cubicBezTo>
                <a:cubicBezTo>
                  <a:pt x="249274" y="1948223"/>
                  <a:pt x="205451" y="1971700"/>
                  <a:pt x="174669" y="1927876"/>
                </a:cubicBezTo>
                <a:cubicBezTo>
                  <a:pt x="393269" y="1785969"/>
                  <a:pt x="673952" y="1826663"/>
                  <a:pt x="918115" y="1730145"/>
                </a:cubicBezTo>
                <a:cubicBezTo>
                  <a:pt x="822119" y="1663886"/>
                  <a:pt x="724558" y="1667017"/>
                  <a:pt x="624389" y="1676929"/>
                </a:cubicBezTo>
                <a:cubicBezTo>
                  <a:pt x="598304" y="1679538"/>
                  <a:pt x="562826" y="1683190"/>
                  <a:pt x="556565" y="1655539"/>
                </a:cubicBezTo>
                <a:cubicBezTo>
                  <a:pt x="548739" y="1620584"/>
                  <a:pt x="590999" y="1614323"/>
                  <a:pt x="618650" y="1600237"/>
                </a:cubicBezTo>
                <a:cubicBezTo>
                  <a:pt x="660909" y="1578325"/>
                  <a:pt x="723515" y="1604410"/>
                  <a:pt x="775165" y="1544413"/>
                </a:cubicBezTo>
                <a:cubicBezTo>
                  <a:pt x="618650" y="1558500"/>
                  <a:pt x="486656" y="1583021"/>
                  <a:pt x="348401" y="1624758"/>
                </a:cubicBezTo>
                <a:cubicBezTo>
                  <a:pt x="360400" y="1587717"/>
                  <a:pt x="402137" y="1570499"/>
                  <a:pt x="378660" y="1539719"/>
                </a:cubicBezTo>
                <a:cubicBezTo>
                  <a:pt x="360922" y="1516763"/>
                  <a:pt x="310316" y="1505806"/>
                  <a:pt x="336402" y="1463025"/>
                </a:cubicBezTo>
                <a:cubicBezTo>
                  <a:pt x="409963" y="1417636"/>
                  <a:pt x="514307" y="1429636"/>
                  <a:pt x="576913" y="1364421"/>
                </a:cubicBezTo>
                <a:cubicBezTo>
                  <a:pt x="665605" y="1271556"/>
                  <a:pt x="803338" y="1239731"/>
                  <a:pt x="911856" y="1171908"/>
                </a:cubicBezTo>
                <a:cubicBezTo>
                  <a:pt x="947853" y="1149995"/>
                  <a:pt x="1184192" y="1073303"/>
                  <a:pt x="1247841" y="1048782"/>
                </a:cubicBezTo>
                <a:cubicBezTo>
                  <a:pt x="1336532" y="1014349"/>
                  <a:pt x="1437746" y="1002349"/>
                  <a:pt x="1524872" y="939221"/>
                </a:cubicBezTo>
                <a:cubicBezTo>
                  <a:pt x="1439310" y="926178"/>
                  <a:pt x="1369923" y="985133"/>
                  <a:pt x="1267145" y="956439"/>
                </a:cubicBezTo>
                <a:cubicBezTo>
                  <a:pt x="1429920" y="895398"/>
                  <a:pt x="1579131" y="867746"/>
                  <a:pt x="1697039" y="783749"/>
                </a:cubicBezTo>
                <a:cubicBezTo>
                  <a:pt x="1711648" y="773315"/>
                  <a:pt x="1740342" y="776446"/>
                  <a:pt x="1762255" y="772794"/>
                </a:cubicBezTo>
                <a:cubicBezTo>
                  <a:pt x="1992852" y="735752"/>
                  <a:pt x="2224495" y="704449"/>
                  <a:pt x="2452486" y="650712"/>
                </a:cubicBezTo>
                <a:cubicBezTo>
                  <a:pt x="2504136" y="638191"/>
                  <a:pt x="2595436" y="635061"/>
                  <a:pt x="2586045" y="590193"/>
                </a:cubicBezTo>
                <a:cubicBezTo>
                  <a:pt x="2571959" y="522891"/>
                  <a:pt x="2486919" y="570889"/>
                  <a:pt x="2432138" y="577150"/>
                </a:cubicBezTo>
                <a:cubicBezTo>
                  <a:pt x="2262059" y="597497"/>
                  <a:pt x="2091979" y="632974"/>
                  <a:pt x="1919291" y="613149"/>
                </a:cubicBezTo>
                <a:cubicBezTo>
                  <a:pt x="2035633" y="588107"/>
                  <a:pt x="2151455" y="562542"/>
                  <a:pt x="2267799" y="537499"/>
                </a:cubicBezTo>
                <a:cubicBezTo>
                  <a:pt x="2134238" y="546368"/>
                  <a:pt x="2017896" y="487936"/>
                  <a:pt x="1887988" y="514022"/>
                </a:cubicBezTo>
                <a:cubicBezTo>
                  <a:pt x="1846250" y="522370"/>
                  <a:pt x="1802427" y="495762"/>
                  <a:pt x="1798252" y="454546"/>
                </a:cubicBezTo>
                <a:cubicBezTo>
                  <a:pt x="1793557" y="421678"/>
                  <a:pt x="1832686" y="407071"/>
                  <a:pt x="1862424" y="396636"/>
                </a:cubicBezTo>
                <a:cubicBezTo>
                  <a:pt x="1938595" y="370028"/>
                  <a:pt x="1999113" y="291250"/>
                  <a:pt x="2096675" y="332987"/>
                </a:cubicBezTo>
                <a:cubicBezTo>
                  <a:pt x="2158237" y="267250"/>
                  <a:pt x="2256320" y="256816"/>
                  <a:pt x="2335621" y="239600"/>
                </a:cubicBezTo>
                <a:cubicBezTo>
                  <a:pt x="2588654" y="185341"/>
                  <a:pt x="2845338" y="143081"/>
                  <a:pt x="3102023" y="107082"/>
                </a:cubicBezTo>
                <a:cubicBezTo>
                  <a:pt x="3270538" y="83605"/>
                  <a:pt x="3444270" y="93518"/>
                  <a:pt x="3611219" y="63780"/>
                </a:cubicBezTo>
                <a:cubicBezTo>
                  <a:pt x="3937814" y="5869"/>
                  <a:pt x="4262322" y="7436"/>
                  <a:pt x="4587352" y="1175"/>
                </a:cubicBezTo>
                <a:cubicBezTo>
                  <a:pt x="4663262" y="-260"/>
                  <a:pt x="4738976" y="-293"/>
                  <a:pt x="4814568" y="604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Tải Logo Trường Đại Học Văn Lang Miễn Phí File AI, SVG, PNG, EPS">
            <a:extLst>
              <a:ext uri="{FF2B5EF4-FFF2-40B4-BE49-F238E27FC236}">
                <a16:creationId xmlns:a16="http://schemas.microsoft.com/office/drawing/2014/main" id="{B7A4B994-0ABE-8658-CA9F-E08C1C471B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2306" y="133176"/>
            <a:ext cx="989992" cy="1131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AA6F94E-9221-8F1B-CCDE-B9000E1F4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05D83-4CC4-40E5-ABBE-915EF2813888}" type="slidenum">
              <a:rPr lang="en-US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7</a:t>
            </a:fld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70CC510-3031-951B-2F11-6739478783E2}"/>
              </a:ext>
            </a:extLst>
          </p:cNvPr>
          <p:cNvSpPr/>
          <p:nvPr/>
        </p:nvSpPr>
        <p:spPr>
          <a:xfrm>
            <a:off x="-3048" y="-1"/>
            <a:ext cx="5365623" cy="914400"/>
          </a:xfrm>
          <a:prstGeom prst="rect">
            <a:avLst/>
          </a:prstGeom>
          <a:solidFill>
            <a:srgbClr val="D720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457200" tIns="0" rIns="0" bIns="0" rtlCol="0" anchor="ctr" anchorCtr="0"/>
          <a:lstStyle/>
          <a:p>
            <a:r>
              <a:rPr 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II. Requirements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44B858BF-8299-2D33-49EA-05B94F21EB18}"/>
              </a:ext>
            </a:extLst>
          </p:cNvPr>
          <p:cNvSpPr/>
          <p:nvPr/>
        </p:nvSpPr>
        <p:spPr>
          <a:xfrm>
            <a:off x="4810125" y="-2"/>
            <a:ext cx="1104900" cy="914399"/>
          </a:xfrm>
          <a:prstGeom prst="ellipse">
            <a:avLst/>
          </a:prstGeom>
          <a:solidFill>
            <a:srgbClr val="D720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A632E37-68BF-5F64-7A00-79CAA4C4E217}"/>
              </a:ext>
            </a:extLst>
          </p:cNvPr>
          <p:cNvSpPr/>
          <p:nvPr/>
        </p:nvSpPr>
        <p:spPr>
          <a:xfrm>
            <a:off x="-3048" y="977156"/>
            <a:ext cx="4114800" cy="457198"/>
          </a:xfrm>
          <a:prstGeom prst="rect">
            <a:avLst/>
          </a:prstGeom>
          <a:solidFill>
            <a:srgbClr val="D720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457200" tIns="0" rIns="0" bIns="0" rtlCol="0" anchor="ctr" anchorCtr="0"/>
          <a:lstStyle/>
          <a:p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2.1 Context Diagram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EACBE569-6D72-E3C4-C639-CB85DD0340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1442" y="1087001"/>
            <a:ext cx="6927165" cy="54391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875307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57EBAA-41D8-8019-D646-CF4C0A1A58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ải Logo Trường Đại Học Văn Lang Miễn Phí File AI, SVG, PNG, EPS">
            <a:extLst>
              <a:ext uri="{FF2B5EF4-FFF2-40B4-BE49-F238E27FC236}">
                <a16:creationId xmlns:a16="http://schemas.microsoft.com/office/drawing/2014/main" id="{B53063C5-285D-C5B7-771C-41939AB90E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151" r="-2" b="20691"/>
          <a:stretch>
            <a:fillRect/>
          </a:stretch>
        </p:blipFill>
        <p:spPr bwMode="auto">
          <a:xfrm>
            <a:off x="0" y="0"/>
            <a:ext cx="12192000" cy="6857999"/>
          </a:xfrm>
          <a:custGeom>
            <a:avLst/>
            <a:gdLst/>
            <a:ahLst/>
            <a:cxnLst/>
            <a:rect l="l" t="t" r="r" b="b"/>
            <a:pathLst>
              <a:path w="8500451" h="5783926">
                <a:moveTo>
                  <a:pt x="4814568" y="604"/>
                </a:moveTo>
                <a:cubicBezTo>
                  <a:pt x="5041344" y="3294"/>
                  <a:pt x="5267019" y="14348"/>
                  <a:pt x="5493575" y="21000"/>
                </a:cubicBezTo>
                <a:cubicBezTo>
                  <a:pt x="5987120" y="36130"/>
                  <a:pt x="6483273" y="35607"/>
                  <a:pt x="6977859" y="46564"/>
                </a:cubicBezTo>
                <a:cubicBezTo>
                  <a:pt x="7286195" y="53346"/>
                  <a:pt x="7590877" y="77867"/>
                  <a:pt x="7880953" y="154038"/>
                </a:cubicBezTo>
                <a:cubicBezTo>
                  <a:pt x="7921646" y="164993"/>
                  <a:pt x="7967557" y="167081"/>
                  <a:pt x="7998861" y="193166"/>
                </a:cubicBezTo>
                <a:cubicBezTo>
                  <a:pt x="8033815" y="222382"/>
                  <a:pt x="8019729" y="265163"/>
                  <a:pt x="7968600" y="273511"/>
                </a:cubicBezTo>
                <a:cubicBezTo>
                  <a:pt x="7903386" y="284466"/>
                  <a:pt x="7836607" y="287597"/>
                  <a:pt x="7764609" y="294901"/>
                </a:cubicBezTo>
                <a:cubicBezTo>
                  <a:pt x="7792260" y="335073"/>
                  <a:pt x="7859040" y="304814"/>
                  <a:pt x="7876257" y="354899"/>
                </a:cubicBezTo>
                <a:cubicBezTo>
                  <a:pt x="7799043" y="389332"/>
                  <a:pt x="7705656" y="366898"/>
                  <a:pt x="7631049" y="400810"/>
                </a:cubicBezTo>
                <a:cubicBezTo>
                  <a:pt x="7633137" y="424287"/>
                  <a:pt x="7649831" y="426374"/>
                  <a:pt x="7663396" y="432635"/>
                </a:cubicBezTo>
                <a:cubicBezTo>
                  <a:pt x="7676961" y="438373"/>
                  <a:pt x="7710871" y="430026"/>
                  <a:pt x="7696264" y="462894"/>
                </a:cubicBezTo>
                <a:cubicBezTo>
                  <a:pt x="7541315" y="482719"/>
                  <a:pt x="7393147" y="550021"/>
                  <a:pt x="7229849" y="540630"/>
                </a:cubicBezTo>
                <a:cubicBezTo>
                  <a:pt x="7431755" y="558890"/>
                  <a:pt x="7602355" y="633496"/>
                  <a:pt x="7780782" y="683059"/>
                </a:cubicBezTo>
                <a:cubicBezTo>
                  <a:pt x="7773479" y="741491"/>
                  <a:pt x="7701483" y="718014"/>
                  <a:pt x="7680613" y="759751"/>
                </a:cubicBezTo>
                <a:cubicBezTo>
                  <a:pt x="7794869" y="788967"/>
                  <a:pt x="7904429" y="823401"/>
                  <a:pt x="7998861" y="880789"/>
                </a:cubicBezTo>
                <a:cubicBezTo>
                  <a:pt x="8083901" y="932439"/>
                  <a:pt x="8164765" y="989306"/>
                  <a:pt x="8257111" y="1031566"/>
                </a:cubicBezTo>
                <a:cubicBezTo>
                  <a:pt x="8354150" y="1075912"/>
                  <a:pt x="8413103" y="1132779"/>
                  <a:pt x="8402148" y="1229819"/>
                </a:cubicBezTo>
                <a:cubicBezTo>
                  <a:pt x="8397452" y="1269468"/>
                  <a:pt x="8409973" y="1302859"/>
                  <a:pt x="8453275" y="1318510"/>
                </a:cubicBezTo>
                <a:cubicBezTo>
                  <a:pt x="8507013" y="1337814"/>
                  <a:pt x="8501275" y="1367029"/>
                  <a:pt x="8499187" y="1411897"/>
                </a:cubicBezTo>
                <a:cubicBezTo>
                  <a:pt x="8496056" y="1465634"/>
                  <a:pt x="8468406" y="1486504"/>
                  <a:pt x="8419885" y="1504764"/>
                </a:cubicBezTo>
                <a:cubicBezTo>
                  <a:pt x="8350497" y="1530327"/>
                  <a:pt x="8349975" y="1569978"/>
                  <a:pt x="8368237" y="1617454"/>
                </a:cubicBezTo>
                <a:cubicBezTo>
                  <a:pt x="8378149" y="1643540"/>
                  <a:pt x="8393278" y="1664409"/>
                  <a:pt x="8415713" y="1683712"/>
                </a:cubicBezTo>
                <a:cubicBezTo>
                  <a:pt x="8493448" y="1751014"/>
                  <a:pt x="8492927" y="1752056"/>
                  <a:pt x="8416755" y="1831880"/>
                </a:cubicBezTo>
                <a:cubicBezTo>
                  <a:pt x="8396408" y="1853269"/>
                  <a:pt x="8374496" y="1867356"/>
                  <a:pt x="8383888" y="1901790"/>
                </a:cubicBezTo>
                <a:cubicBezTo>
                  <a:pt x="8415713" y="2016046"/>
                  <a:pt x="8411538" y="2016046"/>
                  <a:pt x="8283717" y="2053609"/>
                </a:cubicBezTo>
                <a:cubicBezTo>
                  <a:pt x="8254501" y="2062479"/>
                  <a:pt x="8215373" y="2054653"/>
                  <a:pt x="8198678" y="2087521"/>
                </a:cubicBezTo>
                <a:cubicBezTo>
                  <a:pt x="8209113" y="2111521"/>
                  <a:pt x="8184591" y="2690625"/>
                  <a:pt x="8207547" y="2700017"/>
                </a:cubicBezTo>
                <a:cubicBezTo>
                  <a:pt x="8387017" y="2773578"/>
                  <a:pt x="8409451" y="2860184"/>
                  <a:pt x="8269632" y="2996352"/>
                </a:cubicBezTo>
                <a:cubicBezTo>
                  <a:pt x="8175722" y="3087653"/>
                  <a:pt x="8186677" y="3236864"/>
                  <a:pt x="8225807" y="3330251"/>
                </a:cubicBezTo>
                <a:cubicBezTo>
                  <a:pt x="8373452" y="3371467"/>
                  <a:pt x="8341107" y="3481027"/>
                  <a:pt x="8370845" y="3577023"/>
                </a:cubicBezTo>
                <a:cubicBezTo>
                  <a:pt x="8392757" y="3649020"/>
                  <a:pt x="8306673" y="3639107"/>
                  <a:pt x="8310847" y="3671976"/>
                </a:cubicBezTo>
                <a:cubicBezTo>
                  <a:pt x="8365105" y="3711626"/>
                  <a:pt x="8437624" y="3724148"/>
                  <a:pt x="8479884" y="3778406"/>
                </a:cubicBezTo>
                <a:cubicBezTo>
                  <a:pt x="8403713" y="3818056"/>
                  <a:pt x="8365105" y="3873880"/>
                  <a:pt x="8322845" y="3929703"/>
                </a:cubicBezTo>
                <a:cubicBezTo>
                  <a:pt x="8254501" y="4020482"/>
                  <a:pt x="8161635" y="4097174"/>
                  <a:pt x="8063031" y="4166563"/>
                </a:cubicBezTo>
                <a:cubicBezTo>
                  <a:pt x="8012947" y="4649674"/>
                  <a:pt x="7851215" y="5156783"/>
                  <a:pt x="7833475" y="5181825"/>
                </a:cubicBezTo>
                <a:cubicBezTo>
                  <a:pt x="7760436" y="5174520"/>
                  <a:pt x="7618528" y="5466682"/>
                  <a:pt x="7495403" y="5493812"/>
                </a:cubicBezTo>
                <a:cubicBezTo>
                  <a:pt x="7366017" y="5523550"/>
                  <a:pt x="5441925" y="5797973"/>
                  <a:pt x="5148199" y="5783364"/>
                </a:cubicBezTo>
                <a:cubicBezTo>
                  <a:pt x="3551743" y="5705628"/>
                  <a:pt x="3505310" y="5598155"/>
                  <a:pt x="3505310" y="5598155"/>
                </a:cubicBezTo>
                <a:cubicBezTo>
                  <a:pt x="3505310" y="5598155"/>
                  <a:pt x="3596089" y="5571548"/>
                  <a:pt x="3675390" y="5541287"/>
                </a:cubicBezTo>
                <a:cubicBezTo>
                  <a:pt x="3627392" y="5542853"/>
                  <a:pt x="3579395" y="5543896"/>
                  <a:pt x="3531919" y="5542331"/>
                </a:cubicBezTo>
                <a:cubicBezTo>
                  <a:pt x="3164108" y="5531375"/>
                  <a:pt x="3500093" y="5511028"/>
                  <a:pt x="3138022" y="5469291"/>
                </a:cubicBezTo>
                <a:cubicBezTo>
                  <a:pt x="2527092" y="5398860"/>
                  <a:pt x="2618913" y="5380598"/>
                  <a:pt x="2058068" y="5181825"/>
                </a:cubicBezTo>
                <a:cubicBezTo>
                  <a:pt x="2008504" y="5164086"/>
                  <a:pt x="1660519" y="5056613"/>
                  <a:pt x="1447659" y="5044613"/>
                </a:cubicBezTo>
                <a:cubicBezTo>
                  <a:pt x="1391313" y="5041483"/>
                  <a:pt x="1329751" y="5042527"/>
                  <a:pt x="1281230" y="4977311"/>
                </a:cubicBezTo>
                <a:cubicBezTo>
                  <a:pt x="1429920" y="4979399"/>
                  <a:pt x="1557741" y="4979399"/>
                  <a:pt x="1696518" y="4945487"/>
                </a:cubicBezTo>
                <a:cubicBezTo>
                  <a:pt x="1622434" y="4898532"/>
                  <a:pt x="1537394" y="4938705"/>
                  <a:pt x="1478440" y="4905836"/>
                </a:cubicBezTo>
                <a:cubicBezTo>
                  <a:pt x="1423138" y="4875577"/>
                  <a:pt x="1375140" y="4871404"/>
                  <a:pt x="1318795" y="4919401"/>
                </a:cubicBezTo>
                <a:cubicBezTo>
                  <a:pt x="1289578" y="4944443"/>
                  <a:pt x="1237928" y="4939747"/>
                  <a:pt x="1208190" y="4925140"/>
                </a:cubicBezTo>
                <a:cubicBezTo>
                  <a:pt x="1049066" y="4846360"/>
                  <a:pt x="1052718" y="4847404"/>
                  <a:pt x="875857" y="4867751"/>
                </a:cubicBezTo>
                <a:cubicBezTo>
                  <a:pt x="763166" y="4880272"/>
                  <a:pt x="648388" y="4902706"/>
                  <a:pt x="545088" y="4889141"/>
                </a:cubicBezTo>
                <a:cubicBezTo>
                  <a:pt x="532045" y="4859403"/>
                  <a:pt x="543522" y="4845839"/>
                  <a:pt x="558131" y="4841666"/>
                </a:cubicBezTo>
                <a:cubicBezTo>
                  <a:pt x="796034" y="4776973"/>
                  <a:pt x="840379" y="4702889"/>
                  <a:pt x="1081413" y="4662717"/>
                </a:cubicBezTo>
                <a:cubicBezTo>
                  <a:pt x="1099151" y="4617327"/>
                  <a:pt x="1011503" y="4609500"/>
                  <a:pt x="1052718" y="4564633"/>
                </a:cubicBezTo>
                <a:cubicBezTo>
                  <a:pt x="1127846" y="4529678"/>
                  <a:pt x="1216016" y="4570894"/>
                  <a:pt x="1290622" y="4525505"/>
                </a:cubicBezTo>
                <a:cubicBezTo>
                  <a:pt x="1277579" y="4493158"/>
                  <a:pt x="1214972" y="4516636"/>
                  <a:pt x="1217581" y="4482202"/>
                </a:cubicBezTo>
                <a:cubicBezTo>
                  <a:pt x="1220712" y="4442552"/>
                  <a:pt x="1264536" y="4448813"/>
                  <a:pt x="1294796" y="4451421"/>
                </a:cubicBezTo>
                <a:cubicBezTo>
                  <a:pt x="1441398" y="4464985"/>
                  <a:pt x="1568696" y="4390902"/>
                  <a:pt x="1709040" y="4365860"/>
                </a:cubicBezTo>
                <a:cubicBezTo>
                  <a:pt x="1559306" y="4303253"/>
                  <a:pt x="686474" y="4353338"/>
                  <a:pt x="530479" y="4334034"/>
                </a:cubicBezTo>
                <a:cubicBezTo>
                  <a:pt x="367182" y="4314210"/>
                  <a:pt x="107367" y="4261516"/>
                  <a:pt x="174146" y="4244821"/>
                </a:cubicBezTo>
                <a:cubicBezTo>
                  <a:pt x="249796" y="4225518"/>
                  <a:pt x="519524" y="3996484"/>
                  <a:pt x="596216" y="3986050"/>
                </a:cubicBezTo>
                <a:cubicBezTo>
                  <a:pt x="685430" y="3974050"/>
                  <a:pt x="703169" y="3957876"/>
                  <a:pt x="820554" y="3875967"/>
                </a:cubicBezTo>
                <a:cubicBezTo>
                  <a:pt x="897769" y="3822230"/>
                  <a:pt x="576391" y="3939094"/>
                  <a:pt x="451179" y="3901009"/>
                </a:cubicBezTo>
                <a:cubicBezTo>
                  <a:pt x="405268" y="3886923"/>
                  <a:pt x="729255" y="3738233"/>
                  <a:pt x="729255" y="3711105"/>
                </a:cubicBezTo>
                <a:cubicBezTo>
                  <a:pt x="729255" y="3682409"/>
                  <a:pt x="700038" y="3676150"/>
                  <a:pt x="672387" y="3676150"/>
                </a:cubicBezTo>
                <a:cubicBezTo>
                  <a:pt x="610824" y="3676150"/>
                  <a:pt x="629606" y="3651106"/>
                  <a:pt x="568043" y="3652673"/>
                </a:cubicBezTo>
                <a:cubicBezTo>
                  <a:pt x="748558" y="3580154"/>
                  <a:pt x="860205" y="3599458"/>
                  <a:pt x="1038632" y="3533198"/>
                </a:cubicBezTo>
                <a:cubicBezTo>
                  <a:pt x="1125760" y="3500852"/>
                  <a:pt x="817425" y="3393378"/>
                  <a:pt x="907160" y="3365206"/>
                </a:cubicBezTo>
                <a:cubicBezTo>
                  <a:pt x="941071" y="3354249"/>
                  <a:pt x="986461" y="3365727"/>
                  <a:pt x="1009938" y="3327120"/>
                </a:cubicBezTo>
                <a:cubicBezTo>
                  <a:pt x="972897" y="3296340"/>
                  <a:pt x="923855" y="3309904"/>
                  <a:pt x="886812" y="3322425"/>
                </a:cubicBezTo>
                <a:cubicBezTo>
                  <a:pt x="792381" y="3354772"/>
                  <a:pt x="799165" y="3346946"/>
                  <a:pt x="789773" y="3322947"/>
                </a:cubicBezTo>
                <a:cubicBezTo>
                  <a:pt x="758993" y="3241037"/>
                  <a:pt x="682822" y="3267123"/>
                  <a:pt x="615520" y="3280688"/>
                </a:cubicBezTo>
                <a:cubicBezTo>
                  <a:pt x="412050" y="3321382"/>
                  <a:pt x="205972" y="3309904"/>
                  <a:pt x="3023" y="3351641"/>
                </a:cubicBezTo>
                <a:cubicBezTo>
                  <a:pt x="-18888" y="3356337"/>
                  <a:pt x="83890" y="3262949"/>
                  <a:pt x="132409" y="3251993"/>
                </a:cubicBezTo>
                <a:cubicBezTo>
                  <a:pt x="185103" y="3240516"/>
                  <a:pt x="249796" y="3248863"/>
                  <a:pt x="287360" y="3195127"/>
                </a:cubicBezTo>
                <a:cubicBezTo>
                  <a:pt x="220579" y="3181561"/>
                  <a:pt x="144410" y="3207647"/>
                  <a:pt x="78150" y="3164866"/>
                </a:cubicBezTo>
                <a:cubicBezTo>
                  <a:pt x="225276" y="3105913"/>
                  <a:pt x="371878" y="3107999"/>
                  <a:pt x="498655" y="3069914"/>
                </a:cubicBezTo>
                <a:cubicBezTo>
                  <a:pt x="510133" y="2999483"/>
                  <a:pt x="426658" y="3025046"/>
                  <a:pt x="396399" y="2984874"/>
                </a:cubicBezTo>
                <a:cubicBezTo>
                  <a:pt x="1351140" y="2916007"/>
                  <a:pt x="817946" y="2712537"/>
                  <a:pt x="658822" y="2601411"/>
                </a:cubicBezTo>
                <a:cubicBezTo>
                  <a:pt x="605607" y="2564370"/>
                  <a:pt x="1164888" y="2388551"/>
                  <a:pt x="1183148" y="2383856"/>
                </a:cubicBezTo>
                <a:cubicBezTo>
                  <a:pt x="1229581" y="2372900"/>
                  <a:pt x="1413747" y="2380725"/>
                  <a:pt x="1451311" y="2366639"/>
                </a:cubicBezTo>
                <a:cubicBezTo>
                  <a:pt x="1499309" y="2348901"/>
                  <a:pt x="1340706" y="2318120"/>
                  <a:pt x="1376184" y="2296729"/>
                </a:cubicBezTo>
                <a:cubicBezTo>
                  <a:pt x="1625043" y="2145953"/>
                  <a:pt x="1642780" y="1919006"/>
                  <a:pt x="1572870" y="1902834"/>
                </a:cubicBezTo>
                <a:cubicBezTo>
                  <a:pt x="1500353" y="1886138"/>
                  <a:pt x="1429399" y="1899181"/>
                  <a:pt x="1362097" y="1926311"/>
                </a:cubicBezTo>
                <a:cubicBezTo>
                  <a:pt x="1252536" y="1970656"/>
                  <a:pt x="493960" y="1907528"/>
                  <a:pt x="281620" y="1943006"/>
                </a:cubicBezTo>
                <a:cubicBezTo>
                  <a:pt x="249274" y="1948223"/>
                  <a:pt x="205451" y="1971700"/>
                  <a:pt x="174669" y="1927876"/>
                </a:cubicBezTo>
                <a:cubicBezTo>
                  <a:pt x="393269" y="1785969"/>
                  <a:pt x="673952" y="1826663"/>
                  <a:pt x="918115" y="1730145"/>
                </a:cubicBezTo>
                <a:cubicBezTo>
                  <a:pt x="822119" y="1663886"/>
                  <a:pt x="724558" y="1667017"/>
                  <a:pt x="624389" y="1676929"/>
                </a:cubicBezTo>
                <a:cubicBezTo>
                  <a:pt x="598304" y="1679538"/>
                  <a:pt x="562826" y="1683190"/>
                  <a:pt x="556565" y="1655539"/>
                </a:cubicBezTo>
                <a:cubicBezTo>
                  <a:pt x="548739" y="1620584"/>
                  <a:pt x="590999" y="1614323"/>
                  <a:pt x="618650" y="1600237"/>
                </a:cubicBezTo>
                <a:cubicBezTo>
                  <a:pt x="660909" y="1578325"/>
                  <a:pt x="723515" y="1604410"/>
                  <a:pt x="775165" y="1544413"/>
                </a:cubicBezTo>
                <a:cubicBezTo>
                  <a:pt x="618650" y="1558500"/>
                  <a:pt x="486656" y="1583021"/>
                  <a:pt x="348401" y="1624758"/>
                </a:cubicBezTo>
                <a:cubicBezTo>
                  <a:pt x="360400" y="1587717"/>
                  <a:pt x="402137" y="1570499"/>
                  <a:pt x="378660" y="1539719"/>
                </a:cubicBezTo>
                <a:cubicBezTo>
                  <a:pt x="360922" y="1516763"/>
                  <a:pt x="310316" y="1505806"/>
                  <a:pt x="336402" y="1463025"/>
                </a:cubicBezTo>
                <a:cubicBezTo>
                  <a:pt x="409963" y="1417636"/>
                  <a:pt x="514307" y="1429636"/>
                  <a:pt x="576913" y="1364421"/>
                </a:cubicBezTo>
                <a:cubicBezTo>
                  <a:pt x="665605" y="1271556"/>
                  <a:pt x="803338" y="1239731"/>
                  <a:pt x="911856" y="1171908"/>
                </a:cubicBezTo>
                <a:cubicBezTo>
                  <a:pt x="947853" y="1149995"/>
                  <a:pt x="1184192" y="1073303"/>
                  <a:pt x="1247841" y="1048782"/>
                </a:cubicBezTo>
                <a:cubicBezTo>
                  <a:pt x="1336532" y="1014349"/>
                  <a:pt x="1437746" y="1002349"/>
                  <a:pt x="1524872" y="939221"/>
                </a:cubicBezTo>
                <a:cubicBezTo>
                  <a:pt x="1439310" y="926178"/>
                  <a:pt x="1369923" y="985133"/>
                  <a:pt x="1267145" y="956439"/>
                </a:cubicBezTo>
                <a:cubicBezTo>
                  <a:pt x="1429920" y="895398"/>
                  <a:pt x="1579131" y="867746"/>
                  <a:pt x="1697039" y="783749"/>
                </a:cubicBezTo>
                <a:cubicBezTo>
                  <a:pt x="1711648" y="773315"/>
                  <a:pt x="1740342" y="776446"/>
                  <a:pt x="1762255" y="772794"/>
                </a:cubicBezTo>
                <a:cubicBezTo>
                  <a:pt x="1992852" y="735752"/>
                  <a:pt x="2224495" y="704449"/>
                  <a:pt x="2452486" y="650712"/>
                </a:cubicBezTo>
                <a:cubicBezTo>
                  <a:pt x="2504136" y="638191"/>
                  <a:pt x="2595436" y="635061"/>
                  <a:pt x="2586045" y="590193"/>
                </a:cubicBezTo>
                <a:cubicBezTo>
                  <a:pt x="2571959" y="522891"/>
                  <a:pt x="2486919" y="570889"/>
                  <a:pt x="2432138" y="577150"/>
                </a:cubicBezTo>
                <a:cubicBezTo>
                  <a:pt x="2262059" y="597497"/>
                  <a:pt x="2091979" y="632974"/>
                  <a:pt x="1919291" y="613149"/>
                </a:cubicBezTo>
                <a:cubicBezTo>
                  <a:pt x="2035633" y="588107"/>
                  <a:pt x="2151455" y="562542"/>
                  <a:pt x="2267799" y="537499"/>
                </a:cubicBezTo>
                <a:cubicBezTo>
                  <a:pt x="2134238" y="546368"/>
                  <a:pt x="2017896" y="487936"/>
                  <a:pt x="1887988" y="514022"/>
                </a:cubicBezTo>
                <a:cubicBezTo>
                  <a:pt x="1846250" y="522370"/>
                  <a:pt x="1802427" y="495762"/>
                  <a:pt x="1798252" y="454546"/>
                </a:cubicBezTo>
                <a:cubicBezTo>
                  <a:pt x="1793557" y="421678"/>
                  <a:pt x="1832686" y="407071"/>
                  <a:pt x="1862424" y="396636"/>
                </a:cubicBezTo>
                <a:cubicBezTo>
                  <a:pt x="1938595" y="370028"/>
                  <a:pt x="1999113" y="291250"/>
                  <a:pt x="2096675" y="332987"/>
                </a:cubicBezTo>
                <a:cubicBezTo>
                  <a:pt x="2158237" y="267250"/>
                  <a:pt x="2256320" y="256816"/>
                  <a:pt x="2335621" y="239600"/>
                </a:cubicBezTo>
                <a:cubicBezTo>
                  <a:pt x="2588654" y="185341"/>
                  <a:pt x="2845338" y="143081"/>
                  <a:pt x="3102023" y="107082"/>
                </a:cubicBezTo>
                <a:cubicBezTo>
                  <a:pt x="3270538" y="83605"/>
                  <a:pt x="3444270" y="93518"/>
                  <a:pt x="3611219" y="63780"/>
                </a:cubicBezTo>
                <a:cubicBezTo>
                  <a:pt x="3937814" y="5869"/>
                  <a:pt x="4262322" y="7436"/>
                  <a:pt x="4587352" y="1175"/>
                </a:cubicBezTo>
                <a:cubicBezTo>
                  <a:pt x="4663262" y="-260"/>
                  <a:pt x="4738976" y="-293"/>
                  <a:pt x="4814568" y="604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Tải Logo Trường Đại Học Văn Lang Miễn Phí File AI, SVG, PNG, EPS">
            <a:extLst>
              <a:ext uri="{FF2B5EF4-FFF2-40B4-BE49-F238E27FC236}">
                <a16:creationId xmlns:a16="http://schemas.microsoft.com/office/drawing/2014/main" id="{5FB0BD56-A29F-D130-FC5C-F488616A5F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2306" y="133176"/>
            <a:ext cx="989992" cy="1131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D7BA231-EB23-4DC7-8319-9A4F8F9D4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05D83-4CC4-40E5-ABBE-915EF2813888}" type="slidenum">
              <a:rPr lang="en-US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8</a:t>
            </a:fld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C459CCA-BF9A-30AA-7347-850D5A075079}"/>
              </a:ext>
            </a:extLst>
          </p:cNvPr>
          <p:cNvSpPr/>
          <p:nvPr/>
        </p:nvSpPr>
        <p:spPr>
          <a:xfrm>
            <a:off x="-3048" y="-1"/>
            <a:ext cx="5365623" cy="914400"/>
          </a:xfrm>
          <a:prstGeom prst="rect">
            <a:avLst/>
          </a:prstGeom>
          <a:solidFill>
            <a:srgbClr val="D720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457200" tIns="0" rIns="0" bIns="0" rtlCol="0" anchor="ctr" anchorCtr="0"/>
          <a:lstStyle/>
          <a:p>
            <a:r>
              <a:rPr 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II. Requirements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FA5049AA-F571-59EA-F206-6771AA5BDB51}"/>
              </a:ext>
            </a:extLst>
          </p:cNvPr>
          <p:cNvSpPr/>
          <p:nvPr/>
        </p:nvSpPr>
        <p:spPr>
          <a:xfrm>
            <a:off x="4810125" y="-2"/>
            <a:ext cx="1104900" cy="914399"/>
          </a:xfrm>
          <a:prstGeom prst="ellipse">
            <a:avLst/>
          </a:prstGeom>
          <a:solidFill>
            <a:srgbClr val="D720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C529C43-A939-BF16-409C-4536495F41EA}"/>
              </a:ext>
            </a:extLst>
          </p:cNvPr>
          <p:cNvSpPr/>
          <p:nvPr/>
        </p:nvSpPr>
        <p:spPr>
          <a:xfrm>
            <a:off x="-3048" y="977156"/>
            <a:ext cx="4114800" cy="457198"/>
          </a:xfrm>
          <a:prstGeom prst="rect">
            <a:avLst/>
          </a:prstGeom>
          <a:solidFill>
            <a:srgbClr val="D720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457200" tIns="0" rIns="0" bIns="0" rtlCol="0" anchor="ctr" anchorCtr="0"/>
          <a:lstStyle/>
          <a:p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2.2 Key Requirements</a:t>
            </a:r>
          </a:p>
        </p:txBody>
      </p:sp>
      <p:graphicFrame>
        <p:nvGraphicFramePr>
          <p:cNvPr id="1030" name="TextBox 5">
            <a:extLst>
              <a:ext uri="{FF2B5EF4-FFF2-40B4-BE49-F238E27FC236}">
                <a16:creationId xmlns:a16="http://schemas.microsoft.com/office/drawing/2014/main" id="{95580021-DE1E-E70A-C404-1523C5EE4F28}"/>
              </a:ext>
            </a:extLst>
          </p:cNvPr>
          <p:cNvGraphicFramePr/>
          <p:nvPr/>
        </p:nvGraphicFramePr>
        <p:xfrm>
          <a:off x="914400" y="1828800"/>
          <a:ext cx="9144000" cy="45243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4911429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A02789-A8A1-6D51-247C-DBE3A4A44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0EB6897E-D65E-9D09-4334-1439F91683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Tải Logo Trường Đại Học Văn Lang Miễn Phí File AI, SVG, PNG, EPS">
            <a:extLst>
              <a:ext uri="{FF2B5EF4-FFF2-40B4-BE49-F238E27FC236}">
                <a16:creationId xmlns:a16="http://schemas.microsoft.com/office/drawing/2014/main" id="{9E1717EC-E715-7CBB-8DBE-5B50078E4A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151" r="-2" b="20691"/>
          <a:stretch>
            <a:fillRect/>
          </a:stretch>
        </p:blipFill>
        <p:spPr bwMode="auto">
          <a:xfrm>
            <a:off x="0" y="0"/>
            <a:ext cx="12192000" cy="6857999"/>
          </a:xfrm>
          <a:custGeom>
            <a:avLst/>
            <a:gdLst/>
            <a:ahLst/>
            <a:cxnLst/>
            <a:rect l="l" t="t" r="r" b="b"/>
            <a:pathLst>
              <a:path w="8500451" h="5783926">
                <a:moveTo>
                  <a:pt x="4814568" y="604"/>
                </a:moveTo>
                <a:cubicBezTo>
                  <a:pt x="5041344" y="3294"/>
                  <a:pt x="5267019" y="14348"/>
                  <a:pt x="5493575" y="21000"/>
                </a:cubicBezTo>
                <a:cubicBezTo>
                  <a:pt x="5987120" y="36130"/>
                  <a:pt x="6483273" y="35607"/>
                  <a:pt x="6977859" y="46564"/>
                </a:cubicBezTo>
                <a:cubicBezTo>
                  <a:pt x="7286195" y="53346"/>
                  <a:pt x="7590877" y="77867"/>
                  <a:pt x="7880953" y="154038"/>
                </a:cubicBezTo>
                <a:cubicBezTo>
                  <a:pt x="7921646" y="164993"/>
                  <a:pt x="7967557" y="167081"/>
                  <a:pt x="7998861" y="193166"/>
                </a:cubicBezTo>
                <a:cubicBezTo>
                  <a:pt x="8033815" y="222382"/>
                  <a:pt x="8019729" y="265163"/>
                  <a:pt x="7968600" y="273511"/>
                </a:cubicBezTo>
                <a:cubicBezTo>
                  <a:pt x="7903386" y="284466"/>
                  <a:pt x="7836607" y="287597"/>
                  <a:pt x="7764609" y="294901"/>
                </a:cubicBezTo>
                <a:cubicBezTo>
                  <a:pt x="7792260" y="335073"/>
                  <a:pt x="7859040" y="304814"/>
                  <a:pt x="7876257" y="354899"/>
                </a:cubicBezTo>
                <a:cubicBezTo>
                  <a:pt x="7799043" y="389332"/>
                  <a:pt x="7705656" y="366898"/>
                  <a:pt x="7631049" y="400810"/>
                </a:cubicBezTo>
                <a:cubicBezTo>
                  <a:pt x="7633137" y="424287"/>
                  <a:pt x="7649831" y="426374"/>
                  <a:pt x="7663396" y="432635"/>
                </a:cubicBezTo>
                <a:cubicBezTo>
                  <a:pt x="7676961" y="438373"/>
                  <a:pt x="7710871" y="430026"/>
                  <a:pt x="7696264" y="462894"/>
                </a:cubicBezTo>
                <a:cubicBezTo>
                  <a:pt x="7541315" y="482719"/>
                  <a:pt x="7393147" y="550021"/>
                  <a:pt x="7229849" y="540630"/>
                </a:cubicBezTo>
                <a:cubicBezTo>
                  <a:pt x="7431755" y="558890"/>
                  <a:pt x="7602355" y="633496"/>
                  <a:pt x="7780782" y="683059"/>
                </a:cubicBezTo>
                <a:cubicBezTo>
                  <a:pt x="7773479" y="741491"/>
                  <a:pt x="7701483" y="718014"/>
                  <a:pt x="7680613" y="759751"/>
                </a:cubicBezTo>
                <a:cubicBezTo>
                  <a:pt x="7794869" y="788967"/>
                  <a:pt x="7904429" y="823401"/>
                  <a:pt x="7998861" y="880789"/>
                </a:cubicBezTo>
                <a:cubicBezTo>
                  <a:pt x="8083901" y="932439"/>
                  <a:pt x="8164765" y="989306"/>
                  <a:pt x="8257111" y="1031566"/>
                </a:cubicBezTo>
                <a:cubicBezTo>
                  <a:pt x="8354150" y="1075912"/>
                  <a:pt x="8413103" y="1132779"/>
                  <a:pt x="8402148" y="1229819"/>
                </a:cubicBezTo>
                <a:cubicBezTo>
                  <a:pt x="8397452" y="1269468"/>
                  <a:pt x="8409973" y="1302859"/>
                  <a:pt x="8453275" y="1318510"/>
                </a:cubicBezTo>
                <a:cubicBezTo>
                  <a:pt x="8507013" y="1337814"/>
                  <a:pt x="8501275" y="1367029"/>
                  <a:pt x="8499187" y="1411897"/>
                </a:cubicBezTo>
                <a:cubicBezTo>
                  <a:pt x="8496056" y="1465634"/>
                  <a:pt x="8468406" y="1486504"/>
                  <a:pt x="8419885" y="1504764"/>
                </a:cubicBezTo>
                <a:cubicBezTo>
                  <a:pt x="8350497" y="1530327"/>
                  <a:pt x="8349975" y="1569978"/>
                  <a:pt x="8368237" y="1617454"/>
                </a:cubicBezTo>
                <a:cubicBezTo>
                  <a:pt x="8378149" y="1643540"/>
                  <a:pt x="8393278" y="1664409"/>
                  <a:pt x="8415713" y="1683712"/>
                </a:cubicBezTo>
                <a:cubicBezTo>
                  <a:pt x="8493448" y="1751014"/>
                  <a:pt x="8492927" y="1752056"/>
                  <a:pt x="8416755" y="1831880"/>
                </a:cubicBezTo>
                <a:cubicBezTo>
                  <a:pt x="8396408" y="1853269"/>
                  <a:pt x="8374496" y="1867356"/>
                  <a:pt x="8383888" y="1901790"/>
                </a:cubicBezTo>
                <a:cubicBezTo>
                  <a:pt x="8415713" y="2016046"/>
                  <a:pt x="8411538" y="2016046"/>
                  <a:pt x="8283717" y="2053609"/>
                </a:cubicBezTo>
                <a:cubicBezTo>
                  <a:pt x="8254501" y="2062479"/>
                  <a:pt x="8215373" y="2054653"/>
                  <a:pt x="8198678" y="2087521"/>
                </a:cubicBezTo>
                <a:cubicBezTo>
                  <a:pt x="8209113" y="2111521"/>
                  <a:pt x="8184591" y="2690625"/>
                  <a:pt x="8207547" y="2700017"/>
                </a:cubicBezTo>
                <a:cubicBezTo>
                  <a:pt x="8387017" y="2773578"/>
                  <a:pt x="8409451" y="2860184"/>
                  <a:pt x="8269632" y="2996352"/>
                </a:cubicBezTo>
                <a:cubicBezTo>
                  <a:pt x="8175722" y="3087653"/>
                  <a:pt x="8186677" y="3236864"/>
                  <a:pt x="8225807" y="3330251"/>
                </a:cubicBezTo>
                <a:cubicBezTo>
                  <a:pt x="8373452" y="3371467"/>
                  <a:pt x="8341107" y="3481027"/>
                  <a:pt x="8370845" y="3577023"/>
                </a:cubicBezTo>
                <a:cubicBezTo>
                  <a:pt x="8392757" y="3649020"/>
                  <a:pt x="8306673" y="3639107"/>
                  <a:pt x="8310847" y="3671976"/>
                </a:cubicBezTo>
                <a:cubicBezTo>
                  <a:pt x="8365105" y="3711626"/>
                  <a:pt x="8437624" y="3724148"/>
                  <a:pt x="8479884" y="3778406"/>
                </a:cubicBezTo>
                <a:cubicBezTo>
                  <a:pt x="8403713" y="3818056"/>
                  <a:pt x="8365105" y="3873880"/>
                  <a:pt x="8322845" y="3929703"/>
                </a:cubicBezTo>
                <a:cubicBezTo>
                  <a:pt x="8254501" y="4020482"/>
                  <a:pt x="8161635" y="4097174"/>
                  <a:pt x="8063031" y="4166563"/>
                </a:cubicBezTo>
                <a:cubicBezTo>
                  <a:pt x="8012947" y="4649674"/>
                  <a:pt x="7851215" y="5156783"/>
                  <a:pt x="7833475" y="5181825"/>
                </a:cubicBezTo>
                <a:cubicBezTo>
                  <a:pt x="7760436" y="5174520"/>
                  <a:pt x="7618528" y="5466682"/>
                  <a:pt x="7495403" y="5493812"/>
                </a:cubicBezTo>
                <a:cubicBezTo>
                  <a:pt x="7366017" y="5523550"/>
                  <a:pt x="5441925" y="5797973"/>
                  <a:pt x="5148199" y="5783364"/>
                </a:cubicBezTo>
                <a:cubicBezTo>
                  <a:pt x="3551743" y="5705628"/>
                  <a:pt x="3505310" y="5598155"/>
                  <a:pt x="3505310" y="5598155"/>
                </a:cubicBezTo>
                <a:cubicBezTo>
                  <a:pt x="3505310" y="5598155"/>
                  <a:pt x="3596089" y="5571548"/>
                  <a:pt x="3675390" y="5541287"/>
                </a:cubicBezTo>
                <a:cubicBezTo>
                  <a:pt x="3627392" y="5542853"/>
                  <a:pt x="3579395" y="5543896"/>
                  <a:pt x="3531919" y="5542331"/>
                </a:cubicBezTo>
                <a:cubicBezTo>
                  <a:pt x="3164108" y="5531375"/>
                  <a:pt x="3500093" y="5511028"/>
                  <a:pt x="3138022" y="5469291"/>
                </a:cubicBezTo>
                <a:cubicBezTo>
                  <a:pt x="2527092" y="5398860"/>
                  <a:pt x="2618913" y="5380598"/>
                  <a:pt x="2058068" y="5181825"/>
                </a:cubicBezTo>
                <a:cubicBezTo>
                  <a:pt x="2008504" y="5164086"/>
                  <a:pt x="1660519" y="5056613"/>
                  <a:pt x="1447659" y="5044613"/>
                </a:cubicBezTo>
                <a:cubicBezTo>
                  <a:pt x="1391313" y="5041483"/>
                  <a:pt x="1329751" y="5042527"/>
                  <a:pt x="1281230" y="4977311"/>
                </a:cubicBezTo>
                <a:cubicBezTo>
                  <a:pt x="1429920" y="4979399"/>
                  <a:pt x="1557741" y="4979399"/>
                  <a:pt x="1696518" y="4945487"/>
                </a:cubicBezTo>
                <a:cubicBezTo>
                  <a:pt x="1622434" y="4898532"/>
                  <a:pt x="1537394" y="4938705"/>
                  <a:pt x="1478440" y="4905836"/>
                </a:cubicBezTo>
                <a:cubicBezTo>
                  <a:pt x="1423138" y="4875577"/>
                  <a:pt x="1375140" y="4871404"/>
                  <a:pt x="1318795" y="4919401"/>
                </a:cubicBezTo>
                <a:cubicBezTo>
                  <a:pt x="1289578" y="4944443"/>
                  <a:pt x="1237928" y="4939747"/>
                  <a:pt x="1208190" y="4925140"/>
                </a:cubicBezTo>
                <a:cubicBezTo>
                  <a:pt x="1049066" y="4846360"/>
                  <a:pt x="1052718" y="4847404"/>
                  <a:pt x="875857" y="4867751"/>
                </a:cubicBezTo>
                <a:cubicBezTo>
                  <a:pt x="763166" y="4880272"/>
                  <a:pt x="648388" y="4902706"/>
                  <a:pt x="545088" y="4889141"/>
                </a:cubicBezTo>
                <a:cubicBezTo>
                  <a:pt x="532045" y="4859403"/>
                  <a:pt x="543522" y="4845839"/>
                  <a:pt x="558131" y="4841666"/>
                </a:cubicBezTo>
                <a:cubicBezTo>
                  <a:pt x="796034" y="4776973"/>
                  <a:pt x="840379" y="4702889"/>
                  <a:pt x="1081413" y="4662717"/>
                </a:cubicBezTo>
                <a:cubicBezTo>
                  <a:pt x="1099151" y="4617327"/>
                  <a:pt x="1011503" y="4609500"/>
                  <a:pt x="1052718" y="4564633"/>
                </a:cubicBezTo>
                <a:cubicBezTo>
                  <a:pt x="1127846" y="4529678"/>
                  <a:pt x="1216016" y="4570894"/>
                  <a:pt x="1290622" y="4525505"/>
                </a:cubicBezTo>
                <a:cubicBezTo>
                  <a:pt x="1277579" y="4493158"/>
                  <a:pt x="1214972" y="4516636"/>
                  <a:pt x="1217581" y="4482202"/>
                </a:cubicBezTo>
                <a:cubicBezTo>
                  <a:pt x="1220712" y="4442552"/>
                  <a:pt x="1264536" y="4448813"/>
                  <a:pt x="1294796" y="4451421"/>
                </a:cubicBezTo>
                <a:cubicBezTo>
                  <a:pt x="1441398" y="4464985"/>
                  <a:pt x="1568696" y="4390902"/>
                  <a:pt x="1709040" y="4365860"/>
                </a:cubicBezTo>
                <a:cubicBezTo>
                  <a:pt x="1559306" y="4303253"/>
                  <a:pt x="686474" y="4353338"/>
                  <a:pt x="530479" y="4334034"/>
                </a:cubicBezTo>
                <a:cubicBezTo>
                  <a:pt x="367182" y="4314210"/>
                  <a:pt x="107367" y="4261516"/>
                  <a:pt x="174146" y="4244821"/>
                </a:cubicBezTo>
                <a:cubicBezTo>
                  <a:pt x="249796" y="4225518"/>
                  <a:pt x="519524" y="3996484"/>
                  <a:pt x="596216" y="3986050"/>
                </a:cubicBezTo>
                <a:cubicBezTo>
                  <a:pt x="685430" y="3974050"/>
                  <a:pt x="703169" y="3957876"/>
                  <a:pt x="820554" y="3875967"/>
                </a:cubicBezTo>
                <a:cubicBezTo>
                  <a:pt x="897769" y="3822230"/>
                  <a:pt x="576391" y="3939094"/>
                  <a:pt x="451179" y="3901009"/>
                </a:cubicBezTo>
                <a:cubicBezTo>
                  <a:pt x="405268" y="3886923"/>
                  <a:pt x="729255" y="3738233"/>
                  <a:pt x="729255" y="3711105"/>
                </a:cubicBezTo>
                <a:cubicBezTo>
                  <a:pt x="729255" y="3682409"/>
                  <a:pt x="700038" y="3676150"/>
                  <a:pt x="672387" y="3676150"/>
                </a:cubicBezTo>
                <a:cubicBezTo>
                  <a:pt x="610824" y="3676150"/>
                  <a:pt x="629606" y="3651106"/>
                  <a:pt x="568043" y="3652673"/>
                </a:cubicBezTo>
                <a:cubicBezTo>
                  <a:pt x="748558" y="3580154"/>
                  <a:pt x="860205" y="3599458"/>
                  <a:pt x="1038632" y="3533198"/>
                </a:cubicBezTo>
                <a:cubicBezTo>
                  <a:pt x="1125760" y="3500852"/>
                  <a:pt x="817425" y="3393378"/>
                  <a:pt x="907160" y="3365206"/>
                </a:cubicBezTo>
                <a:cubicBezTo>
                  <a:pt x="941071" y="3354249"/>
                  <a:pt x="986461" y="3365727"/>
                  <a:pt x="1009938" y="3327120"/>
                </a:cubicBezTo>
                <a:cubicBezTo>
                  <a:pt x="972897" y="3296340"/>
                  <a:pt x="923855" y="3309904"/>
                  <a:pt x="886812" y="3322425"/>
                </a:cubicBezTo>
                <a:cubicBezTo>
                  <a:pt x="792381" y="3354772"/>
                  <a:pt x="799165" y="3346946"/>
                  <a:pt x="789773" y="3322947"/>
                </a:cubicBezTo>
                <a:cubicBezTo>
                  <a:pt x="758993" y="3241037"/>
                  <a:pt x="682822" y="3267123"/>
                  <a:pt x="615520" y="3280688"/>
                </a:cubicBezTo>
                <a:cubicBezTo>
                  <a:pt x="412050" y="3321382"/>
                  <a:pt x="205972" y="3309904"/>
                  <a:pt x="3023" y="3351641"/>
                </a:cubicBezTo>
                <a:cubicBezTo>
                  <a:pt x="-18888" y="3356337"/>
                  <a:pt x="83890" y="3262949"/>
                  <a:pt x="132409" y="3251993"/>
                </a:cubicBezTo>
                <a:cubicBezTo>
                  <a:pt x="185103" y="3240516"/>
                  <a:pt x="249796" y="3248863"/>
                  <a:pt x="287360" y="3195127"/>
                </a:cubicBezTo>
                <a:cubicBezTo>
                  <a:pt x="220579" y="3181561"/>
                  <a:pt x="144410" y="3207647"/>
                  <a:pt x="78150" y="3164866"/>
                </a:cubicBezTo>
                <a:cubicBezTo>
                  <a:pt x="225276" y="3105913"/>
                  <a:pt x="371878" y="3107999"/>
                  <a:pt x="498655" y="3069914"/>
                </a:cubicBezTo>
                <a:cubicBezTo>
                  <a:pt x="510133" y="2999483"/>
                  <a:pt x="426658" y="3025046"/>
                  <a:pt x="396399" y="2984874"/>
                </a:cubicBezTo>
                <a:cubicBezTo>
                  <a:pt x="1351140" y="2916007"/>
                  <a:pt x="817946" y="2712537"/>
                  <a:pt x="658822" y="2601411"/>
                </a:cubicBezTo>
                <a:cubicBezTo>
                  <a:pt x="605607" y="2564370"/>
                  <a:pt x="1164888" y="2388551"/>
                  <a:pt x="1183148" y="2383856"/>
                </a:cubicBezTo>
                <a:cubicBezTo>
                  <a:pt x="1229581" y="2372900"/>
                  <a:pt x="1413747" y="2380725"/>
                  <a:pt x="1451311" y="2366639"/>
                </a:cubicBezTo>
                <a:cubicBezTo>
                  <a:pt x="1499309" y="2348901"/>
                  <a:pt x="1340706" y="2318120"/>
                  <a:pt x="1376184" y="2296729"/>
                </a:cubicBezTo>
                <a:cubicBezTo>
                  <a:pt x="1625043" y="2145953"/>
                  <a:pt x="1642780" y="1919006"/>
                  <a:pt x="1572870" y="1902834"/>
                </a:cubicBezTo>
                <a:cubicBezTo>
                  <a:pt x="1500353" y="1886138"/>
                  <a:pt x="1429399" y="1899181"/>
                  <a:pt x="1362097" y="1926311"/>
                </a:cubicBezTo>
                <a:cubicBezTo>
                  <a:pt x="1252536" y="1970656"/>
                  <a:pt x="493960" y="1907528"/>
                  <a:pt x="281620" y="1943006"/>
                </a:cubicBezTo>
                <a:cubicBezTo>
                  <a:pt x="249274" y="1948223"/>
                  <a:pt x="205451" y="1971700"/>
                  <a:pt x="174669" y="1927876"/>
                </a:cubicBezTo>
                <a:cubicBezTo>
                  <a:pt x="393269" y="1785969"/>
                  <a:pt x="673952" y="1826663"/>
                  <a:pt x="918115" y="1730145"/>
                </a:cubicBezTo>
                <a:cubicBezTo>
                  <a:pt x="822119" y="1663886"/>
                  <a:pt x="724558" y="1667017"/>
                  <a:pt x="624389" y="1676929"/>
                </a:cubicBezTo>
                <a:cubicBezTo>
                  <a:pt x="598304" y="1679538"/>
                  <a:pt x="562826" y="1683190"/>
                  <a:pt x="556565" y="1655539"/>
                </a:cubicBezTo>
                <a:cubicBezTo>
                  <a:pt x="548739" y="1620584"/>
                  <a:pt x="590999" y="1614323"/>
                  <a:pt x="618650" y="1600237"/>
                </a:cubicBezTo>
                <a:cubicBezTo>
                  <a:pt x="660909" y="1578325"/>
                  <a:pt x="723515" y="1604410"/>
                  <a:pt x="775165" y="1544413"/>
                </a:cubicBezTo>
                <a:cubicBezTo>
                  <a:pt x="618650" y="1558500"/>
                  <a:pt x="486656" y="1583021"/>
                  <a:pt x="348401" y="1624758"/>
                </a:cubicBezTo>
                <a:cubicBezTo>
                  <a:pt x="360400" y="1587717"/>
                  <a:pt x="402137" y="1570499"/>
                  <a:pt x="378660" y="1539719"/>
                </a:cubicBezTo>
                <a:cubicBezTo>
                  <a:pt x="360922" y="1516763"/>
                  <a:pt x="310316" y="1505806"/>
                  <a:pt x="336402" y="1463025"/>
                </a:cubicBezTo>
                <a:cubicBezTo>
                  <a:pt x="409963" y="1417636"/>
                  <a:pt x="514307" y="1429636"/>
                  <a:pt x="576913" y="1364421"/>
                </a:cubicBezTo>
                <a:cubicBezTo>
                  <a:pt x="665605" y="1271556"/>
                  <a:pt x="803338" y="1239731"/>
                  <a:pt x="911856" y="1171908"/>
                </a:cubicBezTo>
                <a:cubicBezTo>
                  <a:pt x="947853" y="1149995"/>
                  <a:pt x="1184192" y="1073303"/>
                  <a:pt x="1247841" y="1048782"/>
                </a:cubicBezTo>
                <a:cubicBezTo>
                  <a:pt x="1336532" y="1014349"/>
                  <a:pt x="1437746" y="1002349"/>
                  <a:pt x="1524872" y="939221"/>
                </a:cubicBezTo>
                <a:cubicBezTo>
                  <a:pt x="1439310" y="926178"/>
                  <a:pt x="1369923" y="985133"/>
                  <a:pt x="1267145" y="956439"/>
                </a:cubicBezTo>
                <a:cubicBezTo>
                  <a:pt x="1429920" y="895398"/>
                  <a:pt x="1579131" y="867746"/>
                  <a:pt x="1697039" y="783749"/>
                </a:cubicBezTo>
                <a:cubicBezTo>
                  <a:pt x="1711648" y="773315"/>
                  <a:pt x="1740342" y="776446"/>
                  <a:pt x="1762255" y="772794"/>
                </a:cubicBezTo>
                <a:cubicBezTo>
                  <a:pt x="1992852" y="735752"/>
                  <a:pt x="2224495" y="704449"/>
                  <a:pt x="2452486" y="650712"/>
                </a:cubicBezTo>
                <a:cubicBezTo>
                  <a:pt x="2504136" y="638191"/>
                  <a:pt x="2595436" y="635061"/>
                  <a:pt x="2586045" y="590193"/>
                </a:cubicBezTo>
                <a:cubicBezTo>
                  <a:pt x="2571959" y="522891"/>
                  <a:pt x="2486919" y="570889"/>
                  <a:pt x="2432138" y="577150"/>
                </a:cubicBezTo>
                <a:cubicBezTo>
                  <a:pt x="2262059" y="597497"/>
                  <a:pt x="2091979" y="632974"/>
                  <a:pt x="1919291" y="613149"/>
                </a:cubicBezTo>
                <a:cubicBezTo>
                  <a:pt x="2035633" y="588107"/>
                  <a:pt x="2151455" y="562542"/>
                  <a:pt x="2267799" y="537499"/>
                </a:cubicBezTo>
                <a:cubicBezTo>
                  <a:pt x="2134238" y="546368"/>
                  <a:pt x="2017896" y="487936"/>
                  <a:pt x="1887988" y="514022"/>
                </a:cubicBezTo>
                <a:cubicBezTo>
                  <a:pt x="1846250" y="522370"/>
                  <a:pt x="1802427" y="495762"/>
                  <a:pt x="1798252" y="454546"/>
                </a:cubicBezTo>
                <a:cubicBezTo>
                  <a:pt x="1793557" y="421678"/>
                  <a:pt x="1832686" y="407071"/>
                  <a:pt x="1862424" y="396636"/>
                </a:cubicBezTo>
                <a:cubicBezTo>
                  <a:pt x="1938595" y="370028"/>
                  <a:pt x="1999113" y="291250"/>
                  <a:pt x="2096675" y="332987"/>
                </a:cubicBezTo>
                <a:cubicBezTo>
                  <a:pt x="2158237" y="267250"/>
                  <a:pt x="2256320" y="256816"/>
                  <a:pt x="2335621" y="239600"/>
                </a:cubicBezTo>
                <a:cubicBezTo>
                  <a:pt x="2588654" y="185341"/>
                  <a:pt x="2845338" y="143081"/>
                  <a:pt x="3102023" y="107082"/>
                </a:cubicBezTo>
                <a:cubicBezTo>
                  <a:pt x="3270538" y="83605"/>
                  <a:pt x="3444270" y="93518"/>
                  <a:pt x="3611219" y="63780"/>
                </a:cubicBezTo>
                <a:cubicBezTo>
                  <a:pt x="3937814" y="5869"/>
                  <a:pt x="4262322" y="7436"/>
                  <a:pt x="4587352" y="1175"/>
                </a:cubicBezTo>
                <a:cubicBezTo>
                  <a:pt x="4663262" y="-260"/>
                  <a:pt x="4738976" y="-293"/>
                  <a:pt x="4814568" y="604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Tải Logo Trường Đại Học Văn Lang Miễn Phí File AI, SVG, PNG, EPS">
            <a:extLst>
              <a:ext uri="{FF2B5EF4-FFF2-40B4-BE49-F238E27FC236}">
                <a16:creationId xmlns:a16="http://schemas.microsoft.com/office/drawing/2014/main" id="{3497A62A-640F-79F7-7841-10A51657BF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2306" y="133176"/>
            <a:ext cx="989992" cy="1131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CA88215-7A9C-CA78-C46E-C0C229833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05D83-4CC4-40E5-ABBE-915EF2813888}" type="slidenum">
              <a:rPr lang="en-US" smtClean="0"/>
              <a:t>9</a:t>
            </a:fld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C6F15B7-A68E-AB26-3DA2-2C3AB1C77A3E}"/>
              </a:ext>
            </a:extLst>
          </p:cNvPr>
          <p:cNvSpPr/>
          <p:nvPr/>
        </p:nvSpPr>
        <p:spPr>
          <a:xfrm>
            <a:off x="-3048" y="-1"/>
            <a:ext cx="5365623" cy="914400"/>
          </a:xfrm>
          <a:prstGeom prst="rect">
            <a:avLst/>
          </a:prstGeom>
          <a:solidFill>
            <a:srgbClr val="D720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457200" tIns="0" rIns="0" bIns="0" rtlCol="0" anchor="ctr" anchorCtr="0"/>
          <a:lstStyle/>
          <a:p>
            <a:r>
              <a:rPr 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II. Requirements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5F376A3A-8D52-E5C9-9A32-23848B4C566D}"/>
              </a:ext>
            </a:extLst>
          </p:cNvPr>
          <p:cNvSpPr/>
          <p:nvPr/>
        </p:nvSpPr>
        <p:spPr>
          <a:xfrm>
            <a:off x="4810125" y="-2"/>
            <a:ext cx="1104900" cy="914399"/>
          </a:xfrm>
          <a:prstGeom prst="ellipse">
            <a:avLst/>
          </a:prstGeom>
          <a:solidFill>
            <a:srgbClr val="D720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2056099-BCC1-57E5-8515-8729FF7F1AE5}"/>
              </a:ext>
            </a:extLst>
          </p:cNvPr>
          <p:cNvSpPr/>
          <p:nvPr/>
        </p:nvSpPr>
        <p:spPr>
          <a:xfrm>
            <a:off x="-3048" y="977156"/>
            <a:ext cx="4114800" cy="457198"/>
          </a:xfrm>
          <a:prstGeom prst="rect">
            <a:avLst/>
          </a:prstGeom>
          <a:solidFill>
            <a:srgbClr val="D720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457200" tIns="0" rIns="0" bIns="0" rtlCol="0" anchor="ctr" anchorCtr="0"/>
          <a:lstStyle/>
          <a:p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2.3 Business / User Flow</a:t>
            </a:r>
            <a:endParaRPr lang="en-US" sz="20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aphicFrame>
        <p:nvGraphicFramePr>
          <p:cNvPr id="1033" name="TextBox 5">
            <a:extLst>
              <a:ext uri="{FF2B5EF4-FFF2-40B4-BE49-F238E27FC236}">
                <a16:creationId xmlns:a16="http://schemas.microsoft.com/office/drawing/2014/main" id="{1C42A149-B750-D215-650B-D57A65A775F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1449085"/>
              </p:ext>
            </p:extLst>
          </p:nvPr>
        </p:nvGraphicFramePr>
        <p:xfrm>
          <a:off x="348065" y="1899185"/>
          <a:ext cx="11133919" cy="32603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8" name="Arrow: Curved Up 17">
            <a:extLst>
              <a:ext uri="{FF2B5EF4-FFF2-40B4-BE49-F238E27FC236}">
                <a16:creationId xmlns:a16="http://schemas.microsoft.com/office/drawing/2014/main" id="{60DA29DB-4084-5716-B2EA-8BD06450142E}"/>
              </a:ext>
            </a:extLst>
          </p:cNvPr>
          <p:cNvSpPr/>
          <p:nvPr/>
        </p:nvSpPr>
        <p:spPr>
          <a:xfrm>
            <a:off x="1549527" y="4095752"/>
            <a:ext cx="1009650" cy="457198"/>
          </a:xfrm>
          <a:prstGeom prst="curved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9" name="Arrow: Curved Up 18">
            <a:extLst>
              <a:ext uri="{FF2B5EF4-FFF2-40B4-BE49-F238E27FC236}">
                <a16:creationId xmlns:a16="http://schemas.microsoft.com/office/drawing/2014/main" id="{AC90CF99-068F-AEBF-213B-7B7C8EE2DB84}"/>
              </a:ext>
            </a:extLst>
          </p:cNvPr>
          <p:cNvSpPr/>
          <p:nvPr/>
        </p:nvSpPr>
        <p:spPr>
          <a:xfrm>
            <a:off x="3456051" y="4095752"/>
            <a:ext cx="1009650" cy="457198"/>
          </a:xfrm>
          <a:prstGeom prst="curved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0" name="Arrow: Curved Up 19">
            <a:extLst>
              <a:ext uri="{FF2B5EF4-FFF2-40B4-BE49-F238E27FC236}">
                <a16:creationId xmlns:a16="http://schemas.microsoft.com/office/drawing/2014/main" id="{45BC8368-EC5D-4038-5275-E5DBF14EEC5C}"/>
              </a:ext>
            </a:extLst>
          </p:cNvPr>
          <p:cNvSpPr/>
          <p:nvPr/>
        </p:nvSpPr>
        <p:spPr>
          <a:xfrm>
            <a:off x="5334000" y="4102102"/>
            <a:ext cx="1009650" cy="457198"/>
          </a:xfrm>
          <a:prstGeom prst="curved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1" name="Arrow: Curved Up 20">
            <a:extLst>
              <a:ext uri="{FF2B5EF4-FFF2-40B4-BE49-F238E27FC236}">
                <a16:creationId xmlns:a16="http://schemas.microsoft.com/office/drawing/2014/main" id="{0E3B5B8B-7E63-3B6D-1754-A6B075BE3E21}"/>
              </a:ext>
            </a:extLst>
          </p:cNvPr>
          <p:cNvSpPr/>
          <p:nvPr/>
        </p:nvSpPr>
        <p:spPr>
          <a:xfrm>
            <a:off x="7217664" y="4102102"/>
            <a:ext cx="1009650" cy="457198"/>
          </a:xfrm>
          <a:prstGeom prst="curved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2" name="Arrow: Curved Up 21">
            <a:extLst>
              <a:ext uri="{FF2B5EF4-FFF2-40B4-BE49-F238E27FC236}">
                <a16:creationId xmlns:a16="http://schemas.microsoft.com/office/drawing/2014/main" id="{F599E99E-73B3-150A-5DD5-60649FE87118}"/>
              </a:ext>
            </a:extLst>
          </p:cNvPr>
          <p:cNvSpPr/>
          <p:nvPr/>
        </p:nvSpPr>
        <p:spPr>
          <a:xfrm>
            <a:off x="9101328" y="4102102"/>
            <a:ext cx="1009650" cy="457198"/>
          </a:xfrm>
          <a:prstGeom prst="curved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09319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308153-DDFE-E4A1-4339-C09F2F339F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11491703-D5B5-F6AD-8B4A-2F776386E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Tải Logo Trường Đại Học Văn Lang Miễn Phí File AI, SVG, PNG, EPS">
            <a:extLst>
              <a:ext uri="{FF2B5EF4-FFF2-40B4-BE49-F238E27FC236}">
                <a16:creationId xmlns:a16="http://schemas.microsoft.com/office/drawing/2014/main" id="{4634BB6A-7B11-A038-DFDF-EC4BF2F798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151" r="-2" b="20691"/>
          <a:stretch>
            <a:fillRect/>
          </a:stretch>
        </p:blipFill>
        <p:spPr bwMode="auto">
          <a:xfrm>
            <a:off x="0" y="0"/>
            <a:ext cx="12192000" cy="6857999"/>
          </a:xfrm>
          <a:custGeom>
            <a:avLst/>
            <a:gdLst/>
            <a:ahLst/>
            <a:cxnLst/>
            <a:rect l="l" t="t" r="r" b="b"/>
            <a:pathLst>
              <a:path w="8500451" h="5783926">
                <a:moveTo>
                  <a:pt x="4814568" y="604"/>
                </a:moveTo>
                <a:cubicBezTo>
                  <a:pt x="5041344" y="3294"/>
                  <a:pt x="5267019" y="14348"/>
                  <a:pt x="5493575" y="21000"/>
                </a:cubicBezTo>
                <a:cubicBezTo>
                  <a:pt x="5987120" y="36130"/>
                  <a:pt x="6483273" y="35607"/>
                  <a:pt x="6977859" y="46564"/>
                </a:cubicBezTo>
                <a:cubicBezTo>
                  <a:pt x="7286195" y="53346"/>
                  <a:pt x="7590877" y="77867"/>
                  <a:pt x="7880953" y="154038"/>
                </a:cubicBezTo>
                <a:cubicBezTo>
                  <a:pt x="7921646" y="164993"/>
                  <a:pt x="7967557" y="167081"/>
                  <a:pt x="7998861" y="193166"/>
                </a:cubicBezTo>
                <a:cubicBezTo>
                  <a:pt x="8033815" y="222382"/>
                  <a:pt x="8019729" y="265163"/>
                  <a:pt x="7968600" y="273511"/>
                </a:cubicBezTo>
                <a:cubicBezTo>
                  <a:pt x="7903386" y="284466"/>
                  <a:pt x="7836607" y="287597"/>
                  <a:pt x="7764609" y="294901"/>
                </a:cubicBezTo>
                <a:cubicBezTo>
                  <a:pt x="7792260" y="335073"/>
                  <a:pt x="7859040" y="304814"/>
                  <a:pt x="7876257" y="354899"/>
                </a:cubicBezTo>
                <a:cubicBezTo>
                  <a:pt x="7799043" y="389332"/>
                  <a:pt x="7705656" y="366898"/>
                  <a:pt x="7631049" y="400810"/>
                </a:cubicBezTo>
                <a:cubicBezTo>
                  <a:pt x="7633137" y="424287"/>
                  <a:pt x="7649831" y="426374"/>
                  <a:pt x="7663396" y="432635"/>
                </a:cubicBezTo>
                <a:cubicBezTo>
                  <a:pt x="7676961" y="438373"/>
                  <a:pt x="7710871" y="430026"/>
                  <a:pt x="7696264" y="462894"/>
                </a:cubicBezTo>
                <a:cubicBezTo>
                  <a:pt x="7541315" y="482719"/>
                  <a:pt x="7393147" y="550021"/>
                  <a:pt x="7229849" y="540630"/>
                </a:cubicBezTo>
                <a:cubicBezTo>
                  <a:pt x="7431755" y="558890"/>
                  <a:pt x="7602355" y="633496"/>
                  <a:pt x="7780782" y="683059"/>
                </a:cubicBezTo>
                <a:cubicBezTo>
                  <a:pt x="7773479" y="741491"/>
                  <a:pt x="7701483" y="718014"/>
                  <a:pt x="7680613" y="759751"/>
                </a:cubicBezTo>
                <a:cubicBezTo>
                  <a:pt x="7794869" y="788967"/>
                  <a:pt x="7904429" y="823401"/>
                  <a:pt x="7998861" y="880789"/>
                </a:cubicBezTo>
                <a:cubicBezTo>
                  <a:pt x="8083901" y="932439"/>
                  <a:pt x="8164765" y="989306"/>
                  <a:pt x="8257111" y="1031566"/>
                </a:cubicBezTo>
                <a:cubicBezTo>
                  <a:pt x="8354150" y="1075912"/>
                  <a:pt x="8413103" y="1132779"/>
                  <a:pt x="8402148" y="1229819"/>
                </a:cubicBezTo>
                <a:cubicBezTo>
                  <a:pt x="8397452" y="1269468"/>
                  <a:pt x="8409973" y="1302859"/>
                  <a:pt x="8453275" y="1318510"/>
                </a:cubicBezTo>
                <a:cubicBezTo>
                  <a:pt x="8507013" y="1337814"/>
                  <a:pt x="8501275" y="1367029"/>
                  <a:pt x="8499187" y="1411897"/>
                </a:cubicBezTo>
                <a:cubicBezTo>
                  <a:pt x="8496056" y="1465634"/>
                  <a:pt x="8468406" y="1486504"/>
                  <a:pt x="8419885" y="1504764"/>
                </a:cubicBezTo>
                <a:cubicBezTo>
                  <a:pt x="8350497" y="1530327"/>
                  <a:pt x="8349975" y="1569978"/>
                  <a:pt x="8368237" y="1617454"/>
                </a:cubicBezTo>
                <a:cubicBezTo>
                  <a:pt x="8378149" y="1643540"/>
                  <a:pt x="8393278" y="1664409"/>
                  <a:pt x="8415713" y="1683712"/>
                </a:cubicBezTo>
                <a:cubicBezTo>
                  <a:pt x="8493448" y="1751014"/>
                  <a:pt x="8492927" y="1752056"/>
                  <a:pt x="8416755" y="1831880"/>
                </a:cubicBezTo>
                <a:cubicBezTo>
                  <a:pt x="8396408" y="1853269"/>
                  <a:pt x="8374496" y="1867356"/>
                  <a:pt x="8383888" y="1901790"/>
                </a:cubicBezTo>
                <a:cubicBezTo>
                  <a:pt x="8415713" y="2016046"/>
                  <a:pt x="8411538" y="2016046"/>
                  <a:pt x="8283717" y="2053609"/>
                </a:cubicBezTo>
                <a:cubicBezTo>
                  <a:pt x="8254501" y="2062479"/>
                  <a:pt x="8215373" y="2054653"/>
                  <a:pt x="8198678" y="2087521"/>
                </a:cubicBezTo>
                <a:cubicBezTo>
                  <a:pt x="8209113" y="2111521"/>
                  <a:pt x="8184591" y="2690625"/>
                  <a:pt x="8207547" y="2700017"/>
                </a:cubicBezTo>
                <a:cubicBezTo>
                  <a:pt x="8387017" y="2773578"/>
                  <a:pt x="8409451" y="2860184"/>
                  <a:pt x="8269632" y="2996352"/>
                </a:cubicBezTo>
                <a:cubicBezTo>
                  <a:pt x="8175722" y="3087653"/>
                  <a:pt x="8186677" y="3236864"/>
                  <a:pt x="8225807" y="3330251"/>
                </a:cubicBezTo>
                <a:cubicBezTo>
                  <a:pt x="8373452" y="3371467"/>
                  <a:pt x="8341107" y="3481027"/>
                  <a:pt x="8370845" y="3577023"/>
                </a:cubicBezTo>
                <a:cubicBezTo>
                  <a:pt x="8392757" y="3649020"/>
                  <a:pt x="8306673" y="3639107"/>
                  <a:pt x="8310847" y="3671976"/>
                </a:cubicBezTo>
                <a:cubicBezTo>
                  <a:pt x="8365105" y="3711626"/>
                  <a:pt x="8437624" y="3724148"/>
                  <a:pt x="8479884" y="3778406"/>
                </a:cubicBezTo>
                <a:cubicBezTo>
                  <a:pt x="8403713" y="3818056"/>
                  <a:pt x="8365105" y="3873880"/>
                  <a:pt x="8322845" y="3929703"/>
                </a:cubicBezTo>
                <a:cubicBezTo>
                  <a:pt x="8254501" y="4020482"/>
                  <a:pt x="8161635" y="4097174"/>
                  <a:pt x="8063031" y="4166563"/>
                </a:cubicBezTo>
                <a:cubicBezTo>
                  <a:pt x="8012947" y="4649674"/>
                  <a:pt x="7851215" y="5156783"/>
                  <a:pt x="7833475" y="5181825"/>
                </a:cubicBezTo>
                <a:cubicBezTo>
                  <a:pt x="7760436" y="5174520"/>
                  <a:pt x="7618528" y="5466682"/>
                  <a:pt x="7495403" y="5493812"/>
                </a:cubicBezTo>
                <a:cubicBezTo>
                  <a:pt x="7366017" y="5523550"/>
                  <a:pt x="5441925" y="5797973"/>
                  <a:pt x="5148199" y="5783364"/>
                </a:cubicBezTo>
                <a:cubicBezTo>
                  <a:pt x="3551743" y="5705628"/>
                  <a:pt x="3505310" y="5598155"/>
                  <a:pt x="3505310" y="5598155"/>
                </a:cubicBezTo>
                <a:cubicBezTo>
                  <a:pt x="3505310" y="5598155"/>
                  <a:pt x="3596089" y="5571548"/>
                  <a:pt x="3675390" y="5541287"/>
                </a:cubicBezTo>
                <a:cubicBezTo>
                  <a:pt x="3627392" y="5542853"/>
                  <a:pt x="3579395" y="5543896"/>
                  <a:pt x="3531919" y="5542331"/>
                </a:cubicBezTo>
                <a:cubicBezTo>
                  <a:pt x="3164108" y="5531375"/>
                  <a:pt x="3500093" y="5511028"/>
                  <a:pt x="3138022" y="5469291"/>
                </a:cubicBezTo>
                <a:cubicBezTo>
                  <a:pt x="2527092" y="5398860"/>
                  <a:pt x="2618913" y="5380598"/>
                  <a:pt x="2058068" y="5181825"/>
                </a:cubicBezTo>
                <a:cubicBezTo>
                  <a:pt x="2008504" y="5164086"/>
                  <a:pt x="1660519" y="5056613"/>
                  <a:pt x="1447659" y="5044613"/>
                </a:cubicBezTo>
                <a:cubicBezTo>
                  <a:pt x="1391313" y="5041483"/>
                  <a:pt x="1329751" y="5042527"/>
                  <a:pt x="1281230" y="4977311"/>
                </a:cubicBezTo>
                <a:cubicBezTo>
                  <a:pt x="1429920" y="4979399"/>
                  <a:pt x="1557741" y="4979399"/>
                  <a:pt x="1696518" y="4945487"/>
                </a:cubicBezTo>
                <a:cubicBezTo>
                  <a:pt x="1622434" y="4898532"/>
                  <a:pt x="1537394" y="4938705"/>
                  <a:pt x="1478440" y="4905836"/>
                </a:cubicBezTo>
                <a:cubicBezTo>
                  <a:pt x="1423138" y="4875577"/>
                  <a:pt x="1375140" y="4871404"/>
                  <a:pt x="1318795" y="4919401"/>
                </a:cubicBezTo>
                <a:cubicBezTo>
                  <a:pt x="1289578" y="4944443"/>
                  <a:pt x="1237928" y="4939747"/>
                  <a:pt x="1208190" y="4925140"/>
                </a:cubicBezTo>
                <a:cubicBezTo>
                  <a:pt x="1049066" y="4846360"/>
                  <a:pt x="1052718" y="4847404"/>
                  <a:pt x="875857" y="4867751"/>
                </a:cubicBezTo>
                <a:cubicBezTo>
                  <a:pt x="763166" y="4880272"/>
                  <a:pt x="648388" y="4902706"/>
                  <a:pt x="545088" y="4889141"/>
                </a:cubicBezTo>
                <a:cubicBezTo>
                  <a:pt x="532045" y="4859403"/>
                  <a:pt x="543522" y="4845839"/>
                  <a:pt x="558131" y="4841666"/>
                </a:cubicBezTo>
                <a:cubicBezTo>
                  <a:pt x="796034" y="4776973"/>
                  <a:pt x="840379" y="4702889"/>
                  <a:pt x="1081413" y="4662717"/>
                </a:cubicBezTo>
                <a:cubicBezTo>
                  <a:pt x="1099151" y="4617327"/>
                  <a:pt x="1011503" y="4609500"/>
                  <a:pt x="1052718" y="4564633"/>
                </a:cubicBezTo>
                <a:cubicBezTo>
                  <a:pt x="1127846" y="4529678"/>
                  <a:pt x="1216016" y="4570894"/>
                  <a:pt x="1290622" y="4525505"/>
                </a:cubicBezTo>
                <a:cubicBezTo>
                  <a:pt x="1277579" y="4493158"/>
                  <a:pt x="1214972" y="4516636"/>
                  <a:pt x="1217581" y="4482202"/>
                </a:cubicBezTo>
                <a:cubicBezTo>
                  <a:pt x="1220712" y="4442552"/>
                  <a:pt x="1264536" y="4448813"/>
                  <a:pt x="1294796" y="4451421"/>
                </a:cubicBezTo>
                <a:cubicBezTo>
                  <a:pt x="1441398" y="4464985"/>
                  <a:pt x="1568696" y="4390902"/>
                  <a:pt x="1709040" y="4365860"/>
                </a:cubicBezTo>
                <a:cubicBezTo>
                  <a:pt x="1559306" y="4303253"/>
                  <a:pt x="686474" y="4353338"/>
                  <a:pt x="530479" y="4334034"/>
                </a:cubicBezTo>
                <a:cubicBezTo>
                  <a:pt x="367182" y="4314210"/>
                  <a:pt x="107367" y="4261516"/>
                  <a:pt x="174146" y="4244821"/>
                </a:cubicBezTo>
                <a:cubicBezTo>
                  <a:pt x="249796" y="4225518"/>
                  <a:pt x="519524" y="3996484"/>
                  <a:pt x="596216" y="3986050"/>
                </a:cubicBezTo>
                <a:cubicBezTo>
                  <a:pt x="685430" y="3974050"/>
                  <a:pt x="703169" y="3957876"/>
                  <a:pt x="820554" y="3875967"/>
                </a:cubicBezTo>
                <a:cubicBezTo>
                  <a:pt x="897769" y="3822230"/>
                  <a:pt x="576391" y="3939094"/>
                  <a:pt x="451179" y="3901009"/>
                </a:cubicBezTo>
                <a:cubicBezTo>
                  <a:pt x="405268" y="3886923"/>
                  <a:pt x="729255" y="3738233"/>
                  <a:pt x="729255" y="3711105"/>
                </a:cubicBezTo>
                <a:cubicBezTo>
                  <a:pt x="729255" y="3682409"/>
                  <a:pt x="700038" y="3676150"/>
                  <a:pt x="672387" y="3676150"/>
                </a:cubicBezTo>
                <a:cubicBezTo>
                  <a:pt x="610824" y="3676150"/>
                  <a:pt x="629606" y="3651106"/>
                  <a:pt x="568043" y="3652673"/>
                </a:cubicBezTo>
                <a:cubicBezTo>
                  <a:pt x="748558" y="3580154"/>
                  <a:pt x="860205" y="3599458"/>
                  <a:pt x="1038632" y="3533198"/>
                </a:cubicBezTo>
                <a:cubicBezTo>
                  <a:pt x="1125760" y="3500852"/>
                  <a:pt x="817425" y="3393378"/>
                  <a:pt x="907160" y="3365206"/>
                </a:cubicBezTo>
                <a:cubicBezTo>
                  <a:pt x="941071" y="3354249"/>
                  <a:pt x="986461" y="3365727"/>
                  <a:pt x="1009938" y="3327120"/>
                </a:cubicBezTo>
                <a:cubicBezTo>
                  <a:pt x="972897" y="3296340"/>
                  <a:pt x="923855" y="3309904"/>
                  <a:pt x="886812" y="3322425"/>
                </a:cubicBezTo>
                <a:cubicBezTo>
                  <a:pt x="792381" y="3354772"/>
                  <a:pt x="799165" y="3346946"/>
                  <a:pt x="789773" y="3322947"/>
                </a:cubicBezTo>
                <a:cubicBezTo>
                  <a:pt x="758993" y="3241037"/>
                  <a:pt x="682822" y="3267123"/>
                  <a:pt x="615520" y="3280688"/>
                </a:cubicBezTo>
                <a:cubicBezTo>
                  <a:pt x="412050" y="3321382"/>
                  <a:pt x="205972" y="3309904"/>
                  <a:pt x="3023" y="3351641"/>
                </a:cubicBezTo>
                <a:cubicBezTo>
                  <a:pt x="-18888" y="3356337"/>
                  <a:pt x="83890" y="3262949"/>
                  <a:pt x="132409" y="3251993"/>
                </a:cubicBezTo>
                <a:cubicBezTo>
                  <a:pt x="185103" y="3240516"/>
                  <a:pt x="249796" y="3248863"/>
                  <a:pt x="287360" y="3195127"/>
                </a:cubicBezTo>
                <a:cubicBezTo>
                  <a:pt x="220579" y="3181561"/>
                  <a:pt x="144410" y="3207647"/>
                  <a:pt x="78150" y="3164866"/>
                </a:cubicBezTo>
                <a:cubicBezTo>
                  <a:pt x="225276" y="3105913"/>
                  <a:pt x="371878" y="3107999"/>
                  <a:pt x="498655" y="3069914"/>
                </a:cubicBezTo>
                <a:cubicBezTo>
                  <a:pt x="510133" y="2999483"/>
                  <a:pt x="426658" y="3025046"/>
                  <a:pt x="396399" y="2984874"/>
                </a:cubicBezTo>
                <a:cubicBezTo>
                  <a:pt x="1351140" y="2916007"/>
                  <a:pt x="817946" y="2712537"/>
                  <a:pt x="658822" y="2601411"/>
                </a:cubicBezTo>
                <a:cubicBezTo>
                  <a:pt x="605607" y="2564370"/>
                  <a:pt x="1164888" y="2388551"/>
                  <a:pt x="1183148" y="2383856"/>
                </a:cubicBezTo>
                <a:cubicBezTo>
                  <a:pt x="1229581" y="2372900"/>
                  <a:pt x="1413747" y="2380725"/>
                  <a:pt x="1451311" y="2366639"/>
                </a:cubicBezTo>
                <a:cubicBezTo>
                  <a:pt x="1499309" y="2348901"/>
                  <a:pt x="1340706" y="2318120"/>
                  <a:pt x="1376184" y="2296729"/>
                </a:cubicBezTo>
                <a:cubicBezTo>
                  <a:pt x="1625043" y="2145953"/>
                  <a:pt x="1642780" y="1919006"/>
                  <a:pt x="1572870" y="1902834"/>
                </a:cubicBezTo>
                <a:cubicBezTo>
                  <a:pt x="1500353" y="1886138"/>
                  <a:pt x="1429399" y="1899181"/>
                  <a:pt x="1362097" y="1926311"/>
                </a:cubicBezTo>
                <a:cubicBezTo>
                  <a:pt x="1252536" y="1970656"/>
                  <a:pt x="493960" y="1907528"/>
                  <a:pt x="281620" y="1943006"/>
                </a:cubicBezTo>
                <a:cubicBezTo>
                  <a:pt x="249274" y="1948223"/>
                  <a:pt x="205451" y="1971700"/>
                  <a:pt x="174669" y="1927876"/>
                </a:cubicBezTo>
                <a:cubicBezTo>
                  <a:pt x="393269" y="1785969"/>
                  <a:pt x="673952" y="1826663"/>
                  <a:pt x="918115" y="1730145"/>
                </a:cubicBezTo>
                <a:cubicBezTo>
                  <a:pt x="822119" y="1663886"/>
                  <a:pt x="724558" y="1667017"/>
                  <a:pt x="624389" y="1676929"/>
                </a:cubicBezTo>
                <a:cubicBezTo>
                  <a:pt x="598304" y="1679538"/>
                  <a:pt x="562826" y="1683190"/>
                  <a:pt x="556565" y="1655539"/>
                </a:cubicBezTo>
                <a:cubicBezTo>
                  <a:pt x="548739" y="1620584"/>
                  <a:pt x="590999" y="1614323"/>
                  <a:pt x="618650" y="1600237"/>
                </a:cubicBezTo>
                <a:cubicBezTo>
                  <a:pt x="660909" y="1578325"/>
                  <a:pt x="723515" y="1604410"/>
                  <a:pt x="775165" y="1544413"/>
                </a:cubicBezTo>
                <a:cubicBezTo>
                  <a:pt x="618650" y="1558500"/>
                  <a:pt x="486656" y="1583021"/>
                  <a:pt x="348401" y="1624758"/>
                </a:cubicBezTo>
                <a:cubicBezTo>
                  <a:pt x="360400" y="1587717"/>
                  <a:pt x="402137" y="1570499"/>
                  <a:pt x="378660" y="1539719"/>
                </a:cubicBezTo>
                <a:cubicBezTo>
                  <a:pt x="360922" y="1516763"/>
                  <a:pt x="310316" y="1505806"/>
                  <a:pt x="336402" y="1463025"/>
                </a:cubicBezTo>
                <a:cubicBezTo>
                  <a:pt x="409963" y="1417636"/>
                  <a:pt x="514307" y="1429636"/>
                  <a:pt x="576913" y="1364421"/>
                </a:cubicBezTo>
                <a:cubicBezTo>
                  <a:pt x="665605" y="1271556"/>
                  <a:pt x="803338" y="1239731"/>
                  <a:pt x="911856" y="1171908"/>
                </a:cubicBezTo>
                <a:cubicBezTo>
                  <a:pt x="947853" y="1149995"/>
                  <a:pt x="1184192" y="1073303"/>
                  <a:pt x="1247841" y="1048782"/>
                </a:cubicBezTo>
                <a:cubicBezTo>
                  <a:pt x="1336532" y="1014349"/>
                  <a:pt x="1437746" y="1002349"/>
                  <a:pt x="1524872" y="939221"/>
                </a:cubicBezTo>
                <a:cubicBezTo>
                  <a:pt x="1439310" y="926178"/>
                  <a:pt x="1369923" y="985133"/>
                  <a:pt x="1267145" y="956439"/>
                </a:cubicBezTo>
                <a:cubicBezTo>
                  <a:pt x="1429920" y="895398"/>
                  <a:pt x="1579131" y="867746"/>
                  <a:pt x="1697039" y="783749"/>
                </a:cubicBezTo>
                <a:cubicBezTo>
                  <a:pt x="1711648" y="773315"/>
                  <a:pt x="1740342" y="776446"/>
                  <a:pt x="1762255" y="772794"/>
                </a:cubicBezTo>
                <a:cubicBezTo>
                  <a:pt x="1992852" y="735752"/>
                  <a:pt x="2224495" y="704449"/>
                  <a:pt x="2452486" y="650712"/>
                </a:cubicBezTo>
                <a:cubicBezTo>
                  <a:pt x="2504136" y="638191"/>
                  <a:pt x="2595436" y="635061"/>
                  <a:pt x="2586045" y="590193"/>
                </a:cubicBezTo>
                <a:cubicBezTo>
                  <a:pt x="2571959" y="522891"/>
                  <a:pt x="2486919" y="570889"/>
                  <a:pt x="2432138" y="577150"/>
                </a:cubicBezTo>
                <a:cubicBezTo>
                  <a:pt x="2262059" y="597497"/>
                  <a:pt x="2091979" y="632974"/>
                  <a:pt x="1919291" y="613149"/>
                </a:cubicBezTo>
                <a:cubicBezTo>
                  <a:pt x="2035633" y="588107"/>
                  <a:pt x="2151455" y="562542"/>
                  <a:pt x="2267799" y="537499"/>
                </a:cubicBezTo>
                <a:cubicBezTo>
                  <a:pt x="2134238" y="546368"/>
                  <a:pt x="2017896" y="487936"/>
                  <a:pt x="1887988" y="514022"/>
                </a:cubicBezTo>
                <a:cubicBezTo>
                  <a:pt x="1846250" y="522370"/>
                  <a:pt x="1802427" y="495762"/>
                  <a:pt x="1798252" y="454546"/>
                </a:cubicBezTo>
                <a:cubicBezTo>
                  <a:pt x="1793557" y="421678"/>
                  <a:pt x="1832686" y="407071"/>
                  <a:pt x="1862424" y="396636"/>
                </a:cubicBezTo>
                <a:cubicBezTo>
                  <a:pt x="1938595" y="370028"/>
                  <a:pt x="1999113" y="291250"/>
                  <a:pt x="2096675" y="332987"/>
                </a:cubicBezTo>
                <a:cubicBezTo>
                  <a:pt x="2158237" y="267250"/>
                  <a:pt x="2256320" y="256816"/>
                  <a:pt x="2335621" y="239600"/>
                </a:cubicBezTo>
                <a:cubicBezTo>
                  <a:pt x="2588654" y="185341"/>
                  <a:pt x="2845338" y="143081"/>
                  <a:pt x="3102023" y="107082"/>
                </a:cubicBezTo>
                <a:cubicBezTo>
                  <a:pt x="3270538" y="83605"/>
                  <a:pt x="3444270" y="93518"/>
                  <a:pt x="3611219" y="63780"/>
                </a:cubicBezTo>
                <a:cubicBezTo>
                  <a:pt x="3937814" y="5869"/>
                  <a:pt x="4262322" y="7436"/>
                  <a:pt x="4587352" y="1175"/>
                </a:cubicBezTo>
                <a:cubicBezTo>
                  <a:pt x="4663262" y="-260"/>
                  <a:pt x="4738976" y="-293"/>
                  <a:pt x="4814568" y="604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Tải Logo Trường Đại Học Văn Lang Miễn Phí File AI, SVG, PNG, EPS">
            <a:extLst>
              <a:ext uri="{FF2B5EF4-FFF2-40B4-BE49-F238E27FC236}">
                <a16:creationId xmlns:a16="http://schemas.microsoft.com/office/drawing/2014/main" id="{89670A1E-271D-7055-B214-A733AABF27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2306" y="133176"/>
            <a:ext cx="989992" cy="1131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075D743-D62B-09BA-42C7-B6C3E3F11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05D83-4CC4-40E5-ABBE-915EF2813888}" type="slidenum">
              <a:rPr lang="en-US" smtClean="0"/>
              <a:t>10</a:t>
            </a:fld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DF6F255-6041-79AD-982A-454FBD0800BB}"/>
              </a:ext>
            </a:extLst>
          </p:cNvPr>
          <p:cNvSpPr/>
          <p:nvPr/>
        </p:nvSpPr>
        <p:spPr>
          <a:xfrm>
            <a:off x="-3048" y="-1"/>
            <a:ext cx="5365623" cy="914400"/>
          </a:xfrm>
          <a:prstGeom prst="rect">
            <a:avLst/>
          </a:prstGeom>
          <a:solidFill>
            <a:srgbClr val="D720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457200" tIns="0" rIns="0" bIns="0" rtlCol="0" anchor="ctr" anchorCtr="0"/>
          <a:lstStyle/>
          <a:p>
            <a:r>
              <a:rPr 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II. Requirements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D580DCAC-8BF8-967D-1559-342FE254E9E1}"/>
              </a:ext>
            </a:extLst>
          </p:cNvPr>
          <p:cNvSpPr/>
          <p:nvPr/>
        </p:nvSpPr>
        <p:spPr>
          <a:xfrm>
            <a:off x="4810125" y="-2"/>
            <a:ext cx="1104900" cy="914399"/>
          </a:xfrm>
          <a:prstGeom prst="ellipse">
            <a:avLst/>
          </a:prstGeom>
          <a:solidFill>
            <a:srgbClr val="D720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3AE7C93-DE4A-1E8A-0749-51995307333E}"/>
              </a:ext>
            </a:extLst>
          </p:cNvPr>
          <p:cNvSpPr/>
          <p:nvPr/>
        </p:nvSpPr>
        <p:spPr>
          <a:xfrm>
            <a:off x="-3048" y="977156"/>
            <a:ext cx="4114800" cy="457198"/>
          </a:xfrm>
          <a:prstGeom prst="rect">
            <a:avLst/>
          </a:prstGeom>
          <a:solidFill>
            <a:srgbClr val="D720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457200" tIns="0" rIns="0" bIns="0" rtlCol="0" anchor="ctr" anchorCtr="0"/>
          <a:lstStyle/>
          <a:p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2.4 UC diagram</a:t>
            </a:r>
            <a:endParaRPr lang="en-US" sz="20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73A51C8-4767-1381-5519-031A18D0CC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1888" y="0"/>
            <a:ext cx="4983362" cy="68579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320184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2CCA1E-A08C-891B-2406-9750CE6148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2D376B12-35B2-8B76-5EA2-B1417FAAB4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Tải Logo Trường Đại Học Văn Lang Miễn Phí File AI, SVG, PNG, EPS">
            <a:extLst>
              <a:ext uri="{FF2B5EF4-FFF2-40B4-BE49-F238E27FC236}">
                <a16:creationId xmlns:a16="http://schemas.microsoft.com/office/drawing/2014/main" id="{E84DF94C-7063-22C8-EEFA-EE1C9140AF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151" r="-2" b="20691"/>
          <a:stretch>
            <a:fillRect/>
          </a:stretch>
        </p:blipFill>
        <p:spPr bwMode="auto">
          <a:xfrm>
            <a:off x="0" y="0"/>
            <a:ext cx="12192000" cy="6857999"/>
          </a:xfrm>
          <a:custGeom>
            <a:avLst/>
            <a:gdLst/>
            <a:ahLst/>
            <a:cxnLst/>
            <a:rect l="l" t="t" r="r" b="b"/>
            <a:pathLst>
              <a:path w="8500451" h="5783926">
                <a:moveTo>
                  <a:pt x="4814568" y="604"/>
                </a:moveTo>
                <a:cubicBezTo>
                  <a:pt x="5041344" y="3294"/>
                  <a:pt x="5267019" y="14348"/>
                  <a:pt x="5493575" y="21000"/>
                </a:cubicBezTo>
                <a:cubicBezTo>
                  <a:pt x="5987120" y="36130"/>
                  <a:pt x="6483273" y="35607"/>
                  <a:pt x="6977859" y="46564"/>
                </a:cubicBezTo>
                <a:cubicBezTo>
                  <a:pt x="7286195" y="53346"/>
                  <a:pt x="7590877" y="77867"/>
                  <a:pt x="7880953" y="154038"/>
                </a:cubicBezTo>
                <a:cubicBezTo>
                  <a:pt x="7921646" y="164993"/>
                  <a:pt x="7967557" y="167081"/>
                  <a:pt x="7998861" y="193166"/>
                </a:cubicBezTo>
                <a:cubicBezTo>
                  <a:pt x="8033815" y="222382"/>
                  <a:pt x="8019729" y="265163"/>
                  <a:pt x="7968600" y="273511"/>
                </a:cubicBezTo>
                <a:cubicBezTo>
                  <a:pt x="7903386" y="284466"/>
                  <a:pt x="7836607" y="287597"/>
                  <a:pt x="7764609" y="294901"/>
                </a:cubicBezTo>
                <a:cubicBezTo>
                  <a:pt x="7792260" y="335073"/>
                  <a:pt x="7859040" y="304814"/>
                  <a:pt x="7876257" y="354899"/>
                </a:cubicBezTo>
                <a:cubicBezTo>
                  <a:pt x="7799043" y="389332"/>
                  <a:pt x="7705656" y="366898"/>
                  <a:pt x="7631049" y="400810"/>
                </a:cubicBezTo>
                <a:cubicBezTo>
                  <a:pt x="7633137" y="424287"/>
                  <a:pt x="7649831" y="426374"/>
                  <a:pt x="7663396" y="432635"/>
                </a:cubicBezTo>
                <a:cubicBezTo>
                  <a:pt x="7676961" y="438373"/>
                  <a:pt x="7710871" y="430026"/>
                  <a:pt x="7696264" y="462894"/>
                </a:cubicBezTo>
                <a:cubicBezTo>
                  <a:pt x="7541315" y="482719"/>
                  <a:pt x="7393147" y="550021"/>
                  <a:pt x="7229849" y="540630"/>
                </a:cubicBezTo>
                <a:cubicBezTo>
                  <a:pt x="7431755" y="558890"/>
                  <a:pt x="7602355" y="633496"/>
                  <a:pt x="7780782" y="683059"/>
                </a:cubicBezTo>
                <a:cubicBezTo>
                  <a:pt x="7773479" y="741491"/>
                  <a:pt x="7701483" y="718014"/>
                  <a:pt x="7680613" y="759751"/>
                </a:cubicBezTo>
                <a:cubicBezTo>
                  <a:pt x="7794869" y="788967"/>
                  <a:pt x="7904429" y="823401"/>
                  <a:pt x="7998861" y="880789"/>
                </a:cubicBezTo>
                <a:cubicBezTo>
                  <a:pt x="8083901" y="932439"/>
                  <a:pt x="8164765" y="989306"/>
                  <a:pt x="8257111" y="1031566"/>
                </a:cubicBezTo>
                <a:cubicBezTo>
                  <a:pt x="8354150" y="1075912"/>
                  <a:pt x="8413103" y="1132779"/>
                  <a:pt x="8402148" y="1229819"/>
                </a:cubicBezTo>
                <a:cubicBezTo>
                  <a:pt x="8397452" y="1269468"/>
                  <a:pt x="8409973" y="1302859"/>
                  <a:pt x="8453275" y="1318510"/>
                </a:cubicBezTo>
                <a:cubicBezTo>
                  <a:pt x="8507013" y="1337814"/>
                  <a:pt x="8501275" y="1367029"/>
                  <a:pt x="8499187" y="1411897"/>
                </a:cubicBezTo>
                <a:cubicBezTo>
                  <a:pt x="8496056" y="1465634"/>
                  <a:pt x="8468406" y="1486504"/>
                  <a:pt x="8419885" y="1504764"/>
                </a:cubicBezTo>
                <a:cubicBezTo>
                  <a:pt x="8350497" y="1530327"/>
                  <a:pt x="8349975" y="1569978"/>
                  <a:pt x="8368237" y="1617454"/>
                </a:cubicBezTo>
                <a:cubicBezTo>
                  <a:pt x="8378149" y="1643540"/>
                  <a:pt x="8393278" y="1664409"/>
                  <a:pt x="8415713" y="1683712"/>
                </a:cubicBezTo>
                <a:cubicBezTo>
                  <a:pt x="8493448" y="1751014"/>
                  <a:pt x="8492927" y="1752056"/>
                  <a:pt x="8416755" y="1831880"/>
                </a:cubicBezTo>
                <a:cubicBezTo>
                  <a:pt x="8396408" y="1853269"/>
                  <a:pt x="8374496" y="1867356"/>
                  <a:pt x="8383888" y="1901790"/>
                </a:cubicBezTo>
                <a:cubicBezTo>
                  <a:pt x="8415713" y="2016046"/>
                  <a:pt x="8411538" y="2016046"/>
                  <a:pt x="8283717" y="2053609"/>
                </a:cubicBezTo>
                <a:cubicBezTo>
                  <a:pt x="8254501" y="2062479"/>
                  <a:pt x="8215373" y="2054653"/>
                  <a:pt x="8198678" y="2087521"/>
                </a:cubicBezTo>
                <a:cubicBezTo>
                  <a:pt x="8209113" y="2111521"/>
                  <a:pt x="8184591" y="2690625"/>
                  <a:pt x="8207547" y="2700017"/>
                </a:cubicBezTo>
                <a:cubicBezTo>
                  <a:pt x="8387017" y="2773578"/>
                  <a:pt x="8409451" y="2860184"/>
                  <a:pt x="8269632" y="2996352"/>
                </a:cubicBezTo>
                <a:cubicBezTo>
                  <a:pt x="8175722" y="3087653"/>
                  <a:pt x="8186677" y="3236864"/>
                  <a:pt x="8225807" y="3330251"/>
                </a:cubicBezTo>
                <a:cubicBezTo>
                  <a:pt x="8373452" y="3371467"/>
                  <a:pt x="8341107" y="3481027"/>
                  <a:pt x="8370845" y="3577023"/>
                </a:cubicBezTo>
                <a:cubicBezTo>
                  <a:pt x="8392757" y="3649020"/>
                  <a:pt x="8306673" y="3639107"/>
                  <a:pt x="8310847" y="3671976"/>
                </a:cubicBezTo>
                <a:cubicBezTo>
                  <a:pt x="8365105" y="3711626"/>
                  <a:pt x="8437624" y="3724148"/>
                  <a:pt x="8479884" y="3778406"/>
                </a:cubicBezTo>
                <a:cubicBezTo>
                  <a:pt x="8403713" y="3818056"/>
                  <a:pt x="8365105" y="3873880"/>
                  <a:pt x="8322845" y="3929703"/>
                </a:cubicBezTo>
                <a:cubicBezTo>
                  <a:pt x="8254501" y="4020482"/>
                  <a:pt x="8161635" y="4097174"/>
                  <a:pt x="8063031" y="4166563"/>
                </a:cubicBezTo>
                <a:cubicBezTo>
                  <a:pt x="8012947" y="4649674"/>
                  <a:pt x="7851215" y="5156783"/>
                  <a:pt x="7833475" y="5181825"/>
                </a:cubicBezTo>
                <a:cubicBezTo>
                  <a:pt x="7760436" y="5174520"/>
                  <a:pt x="7618528" y="5466682"/>
                  <a:pt x="7495403" y="5493812"/>
                </a:cubicBezTo>
                <a:cubicBezTo>
                  <a:pt x="7366017" y="5523550"/>
                  <a:pt x="5441925" y="5797973"/>
                  <a:pt x="5148199" y="5783364"/>
                </a:cubicBezTo>
                <a:cubicBezTo>
                  <a:pt x="3551743" y="5705628"/>
                  <a:pt x="3505310" y="5598155"/>
                  <a:pt x="3505310" y="5598155"/>
                </a:cubicBezTo>
                <a:cubicBezTo>
                  <a:pt x="3505310" y="5598155"/>
                  <a:pt x="3596089" y="5571548"/>
                  <a:pt x="3675390" y="5541287"/>
                </a:cubicBezTo>
                <a:cubicBezTo>
                  <a:pt x="3627392" y="5542853"/>
                  <a:pt x="3579395" y="5543896"/>
                  <a:pt x="3531919" y="5542331"/>
                </a:cubicBezTo>
                <a:cubicBezTo>
                  <a:pt x="3164108" y="5531375"/>
                  <a:pt x="3500093" y="5511028"/>
                  <a:pt x="3138022" y="5469291"/>
                </a:cubicBezTo>
                <a:cubicBezTo>
                  <a:pt x="2527092" y="5398860"/>
                  <a:pt x="2618913" y="5380598"/>
                  <a:pt x="2058068" y="5181825"/>
                </a:cubicBezTo>
                <a:cubicBezTo>
                  <a:pt x="2008504" y="5164086"/>
                  <a:pt x="1660519" y="5056613"/>
                  <a:pt x="1447659" y="5044613"/>
                </a:cubicBezTo>
                <a:cubicBezTo>
                  <a:pt x="1391313" y="5041483"/>
                  <a:pt x="1329751" y="5042527"/>
                  <a:pt x="1281230" y="4977311"/>
                </a:cubicBezTo>
                <a:cubicBezTo>
                  <a:pt x="1429920" y="4979399"/>
                  <a:pt x="1557741" y="4979399"/>
                  <a:pt x="1696518" y="4945487"/>
                </a:cubicBezTo>
                <a:cubicBezTo>
                  <a:pt x="1622434" y="4898532"/>
                  <a:pt x="1537394" y="4938705"/>
                  <a:pt x="1478440" y="4905836"/>
                </a:cubicBezTo>
                <a:cubicBezTo>
                  <a:pt x="1423138" y="4875577"/>
                  <a:pt x="1375140" y="4871404"/>
                  <a:pt x="1318795" y="4919401"/>
                </a:cubicBezTo>
                <a:cubicBezTo>
                  <a:pt x="1289578" y="4944443"/>
                  <a:pt x="1237928" y="4939747"/>
                  <a:pt x="1208190" y="4925140"/>
                </a:cubicBezTo>
                <a:cubicBezTo>
                  <a:pt x="1049066" y="4846360"/>
                  <a:pt x="1052718" y="4847404"/>
                  <a:pt x="875857" y="4867751"/>
                </a:cubicBezTo>
                <a:cubicBezTo>
                  <a:pt x="763166" y="4880272"/>
                  <a:pt x="648388" y="4902706"/>
                  <a:pt x="545088" y="4889141"/>
                </a:cubicBezTo>
                <a:cubicBezTo>
                  <a:pt x="532045" y="4859403"/>
                  <a:pt x="543522" y="4845839"/>
                  <a:pt x="558131" y="4841666"/>
                </a:cubicBezTo>
                <a:cubicBezTo>
                  <a:pt x="796034" y="4776973"/>
                  <a:pt x="840379" y="4702889"/>
                  <a:pt x="1081413" y="4662717"/>
                </a:cubicBezTo>
                <a:cubicBezTo>
                  <a:pt x="1099151" y="4617327"/>
                  <a:pt x="1011503" y="4609500"/>
                  <a:pt x="1052718" y="4564633"/>
                </a:cubicBezTo>
                <a:cubicBezTo>
                  <a:pt x="1127846" y="4529678"/>
                  <a:pt x="1216016" y="4570894"/>
                  <a:pt x="1290622" y="4525505"/>
                </a:cubicBezTo>
                <a:cubicBezTo>
                  <a:pt x="1277579" y="4493158"/>
                  <a:pt x="1214972" y="4516636"/>
                  <a:pt x="1217581" y="4482202"/>
                </a:cubicBezTo>
                <a:cubicBezTo>
                  <a:pt x="1220712" y="4442552"/>
                  <a:pt x="1264536" y="4448813"/>
                  <a:pt x="1294796" y="4451421"/>
                </a:cubicBezTo>
                <a:cubicBezTo>
                  <a:pt x="1441398" y="4464985"/>
                  <a:pt x="1568696" y="4390902"/>
                  <a:pt x="1709040" y="4365860"/>
                </a:cubicBezTo>
                <a:cubicBezTo>
                  <a:pt x="1559306" y="4303253"/>
                  <a:pt x="686474" y="4353338"/>
                  <a:pt x="530479" y="4334034"/>
                </a:cubicBezTo>
                <a:cubicBezTo>
                  <a:pt x="367182" y="4314210"/>
                  <a:pt x="107367" y="4261516"/>
                  <a:pt x="174146" y="4244821"/>
                </a:cubicBezTo>
                <a:cubicBezTo>
                  <a:pt x="249796" y="4225518"/>
                  <a:pt x="519524" y="3996484"/>
                  <a:pt x="596216" y="3986050"/>
                </a:cubicBezTo>
                <a:cubicBezTo>
                  <a:pt x="685430" y="3974050"/>
                  <a:pt x="703169" y="3957876"/>
                  <a:pt x="820554" y="3875967"/>
                </a:cubicBezTo>
                <a:cubicBezTo>
                  <a:pt x="897769" y="3822230"/>
                  <a:pt x="576391" y="3939094"/>
                  <a:pt x="451179" y="3901009"/>
                </a:cubicBezTo>
                <a:cubicBezTo>
                  <a:pt x="405268" y="3886923"/>
                  <a:pt x="729255" y="3738233"/>
                  <a:pt x="729255" y="3711105"/>
                </a:cubicBezTo>
                <a:cubicBezTo>
                  <a:pt x="729255" y="3682409"/>
                  <a:pt x="700038" y="3676150"/>
                  <a:pt x="672387" y="3676150"/>
                </a:cubicBezTo>
                <a:cubicBezTo>
                  <a:pt x="610824" y="3676150"/>
                  <a:pt x="629606" y="3651106"/>
                  <a:pt x="568043" y="3652673"/>
                </a:cubicBezTo>
                <a:cubicBezTo>
                  <a:pt x="748558" y="3580154"/>
                  <a:pt x="860205" y="3599458"/>
                  <a:pt x="1038632" y="3533198"/>
                </a:cubicBezTo>
                <a:cubicBezTo>
                  <a:pt x="1125760" y="3500852"/>
                  <a:pt x="817425" y="3393378"/>
                  <a:pt x="907160" y="3365206"/>
                </a:cubicBezTo>
                <a:cubicBezTo>
                  <a:pt x="941071" y="3354249"/>
                  <a:pt x="986461" y="3365727"/>
                  <a:pt x="1009938" y="3327120"/>
                </a:cubicBezTo>
                <a:cubicBezTo>
                  <a:pt x="972897" y="3296340"/>
                  <a:pt x="923855" y="3309904"/>
                  <a:pt x="886812" y="3322425"/>
                </a:cubicBezTo>
                <a:cubicBezTo>
                  <a:pt x="792381" y="3354772"/>
                  <a:pt x="799165" y="3346946"/>
                  <a:pt x="789773" y="3322947"/>
                </a:cubicBezTo>
                <a:cubicBezTo>
                  <a:pt x="758993" y="3241037"/>
                  <a:pt x="682822" y="3267123"/>
                  <a:pt x="615520" y="3280688"/>
                </a:cubicBezTo>
                <a:cubicBezTo>
                  <a:pt x="412050" y="3321382"/>
                  <a:pt x="205972" y="3309904"/>
                  <a:pt x="3023" y="3351641"/>
                </a:cubicBezTo>
                <a:cubicBezTo>
                  <a:pt x="-18888" y="3356337"/>
                  <a:pt x="83890" y="3262949"/>
                  <a:pt x="132409" y="3251993"/>
                </a:cubicBezTo>
                <a:cubicBezTo>
                  <a:pt x="185103" y="3240516"/>
                  <a:pt x="249796" y="3248863"/>
                  <a:pt x="287360" y="3195127"/>
                </a:cubicBezTo>
                <a:cubicBezTo>
                  <a:pt x="220579" y="3181561"/>
                  <a:pt x="144410" y="3207647"/>
                  <a:pt x="78150" y="3164866"/>
                </a:cubicBezTo>
                <a:cubicBezTo>
                  <a:pt x="225276" y="3105913"/>
                  <a:pt x="371878" y="3107999"/>
                  <a:pt x="498655" y="3069914"/>
                </a:cubicBezTo>
                <a:cubicBezTo>
                  <a:pt x="510133" y="2999483"/>
                  <a:pt x="426658" y="3025046"/>
                  <a:pt x="396399" y="2984874"/>
                </a:cubicBezTo>
                <a:cubicBezTo>
                  <a:pt x="1351140" y="2916007"/>
                  <a:pt x="817946" y="2712537"/>
                  <a:pt x="658822" y="2601411"/>
                </a:cubicBezTo>
                <a:cubicBezTo>
                  <a:pt x="605607" y="2564370"/>
                  <a:pt x="1164888" y="2388551"/>
                  <a:pt x="1183148" y="2383856"/>
                </a:cubicBezTo>
                <a:cubicBezTo>
                  <a:pt x="1229581" y="2372900"/>
                  <a:pt x="1413747" y="2380725"/>
                  <a:pt x="1451311" y="2366639"/>
                </a:cubicBezTo>
                <a:cubicBezTo>
                  <a:pt x="1499309" y="2348901"/>
                  <a:pt x="1340706" y="2318120"/>
                  <a:pt x="1376184" y="2296729"/>
                </a:cubicBezTo>
                <a:cubicBezTo>
                  <a:pt x="1625043" y="2145953"/>
                  <a:pt x="1642780" y="1919006"/>
                  <a:pt x="1572870" y="1902834"/>
                </a:cubicBezTo>
                <a:cubicBezTo>
                  <a:pt x="1500353" y="1886138"/>
                  <a:pt x="1429399" y="1899181"/>
                  <a:pt x="1362097" y="1926311"/>
                </a:cubicBezTo>
                <a:cubicBezTo>
                  <a:pt x="1252536" y="1970656"/>
                  <a:pt x="493960" y="1907528"/>
                  <a:pt x="281620" y="1943006"/>
                </a:cubicBezTo>
                <a:cubicBezTo>
                  <a:pt x="249274" y="1948223"/>
                  <a:pt x="205451" y="1971700"/>
                  <a:pt x="174669" y="1927876"/>
                </a:cubicBezTo>
                <a:cubicBezTo>
                  <a:pt x="393269" y="1785969"/>
                  <a:pt x="673952" y="1826663"/>
                  <a:pt x="918115" y="1730145"/>
                </a:cubicBezTo>
                <a:cubicBezTo>
                  <a:pt x="822119" y="1663886"/>
                  <a:pt x="724558" y="1667017"/>
                  <a:pt x="624389" y="1676929"/>
                </a:cubicBezTo>
                <a:cubicBezTo>
                  <a:pt x="598304" y="1679538"/>
                  <a:pt x="562826" y="1683190"/>
                  <a:pt x="556565" y="1655539"/>
                </a:cubicBezTo>
                <a:cubicBezTo>
                  <a:pt x="548739" y="1620584"/>
                  <a:pt x="590999" y="1614323"/>
                  <a:pt x="618650" y="1600237"/>
                </a:cubicBezTo>
                <a:cubicBezTo>
                  <a:pt x="660909" y="1578325"/>
                  <a:pt x="723515" y="1604410"/>
                  <a:pt x="775165" y="1544413"/>
                </a:cubicBezTo>
                <a:cubicBezTo>
                  <a:pt x="618650" y="1558500"/>
                  <a:pt x="486656" y="1583021"/>
                  <a:pt x="348401" y="1624758"/>
                </a:cubicBezTo>
                <a:cubicBezTo>
                  <a:pt x="360400" y="1587717"/>
                  <a:pt x="402137" y="1570499"/>
                  <a:pt x="378660" y="1539719"/>
                </a:cubicBezTo>
                <a:cubicBezTo>
                  <a:pt x="360922" y="1516763"/>
                  <a:pt x="310316" y="1505806"/>
                  <a:pt x="336402" y="1463025"/>
                </a:cubicBezTo>
                <a:cubicBezTo>
                  <a:pt x="409963" y="1417636"/>
                  <a:pt x="514307" y="1429636"/>
                  <a:pt x="576913" y="1364421"/>
                </a:cubicBezTo>
                <a:cubicBezTo>
                  <a:pt x="665605" y="1271556"/>
                  <a:pt x="803338" y="1239731"/>
                  <a:pt x="911856" y="1171908"/>
                </a:cubicBezTo>
                <a:cubicBezTo>
                  <a:pt x="947853" y="1149995"/>
                  <a:pt x="1184192" y="1073303"/>
                  <a:pt x="1247841" y="1048782"/>
                </a:cubicBezTo>
                <a:cubicBezTo>
                  <a:pt x="1336532" y="1014349"/>
                  <a:pt x="1437746" y="1002349"/>
                  <a:pt x="1524872" y="939221"/>
                </a:cubicBezTo>
                <a:cubicBezTo>
                  <a:pt x="1439310" y="926178"/>
                  <a:pt x="1369923" y="985133"/>
                  <a:pt x="1267145" y="956439"/>
                </a:cubicBezTo>
                <a:cubicBezTo>
                  <a:pt x="1429920" y="895398"/>
                  <a:pt x="1579131" y="867746"/>
                  <a:pt x="1697039" y="783749"/>
                </a:cubicBezTo>
                <a:cubicBezTo>
                  <a:pt x="1711648" y="773315"/>
                  <a:pt x="1740342" y="776446"/>
                  <a:pt x="1762255" y="772794"/>
                </a:cubicBezTo>
                <a:cubicBezTo>
                  <a:pt x="1992852" y="735752"/>
                  <a:pt x="2224495" y="704449"/>
                  <a:pt x="2452486" y="650712"/>
                </a:cubicBezTo>
                <a:cubicBezTo>
                  <a:pt x="2504136" y="638191"/>
                  <a:pt x="2595436" y="635061"/>
                  <a:pt x="2586045" y="590193"/>
                </a:cubicBezTo>
                <a:cubicBezTo>
                  <a:pt x="2571959" y="522891"/>
                  <a:pt x="2486919" y="570889"/>
                  <a:pt x="2432138" y="577150"/>
                </a:cubicBezTo>
                <a:cubicBezTo>
                  <a:pt x="2262059" y="597497"/>
                  <a:pt x="2091979" y="632974"/>
                  <a:pt x="1919291" y="613149"/>
                </a:cubicBezTo>
                <a:cubicBezTo>
                  <a:pt x="2035633" y="588107"/>
                  <a:pt x="2151455" y="562542"/>
                  <a:pt x="2267799" y="537499"/>
                </a:cubicBezTo>
                <a:cubicBezTo>
                  <a:pt x="2134238" y="546368"/>
                  <a:pt x="2017896" y="487936"/>
                  <a:pt x="1887988" y="514022"/>
                </a:cubicBezTo>
                <a:cubicBezTo>
                  <a:pt x="1846250" y="522370"/>
                  <a:pt x="1802427" y="495762"/>
                  <a:pt x="1798252" y="454546"/>
                </a:cubicBezTo>
                <a:cubicBezTo>
                  <a:pt x="1793557" y="421678"/>
                  <a:pt x="1832686" y="407071"/>
                  <a:pt x="1862424" y="396636"/>
                </a:cubicBezTo>
                <a:cubicBezTo>
                  <a:pt x="1938595" y="370028"/>
                  <a:pt x="1999113" y="291250"/>
                  <a:pt x="2096675" y="332987"/>
                </a:cubicBezTo>
                <a:cubicBezTo>
                  <a:pt x="2158237" y="267250"/>
                  <a:pt x="2256320" y="256816"/>
                  <a:pt x="2335621" y="239600"/>
                </a:cubicBezTo>
                <a:cubicBezTo>
                  <a:pt x="2588654" y="185341"/>
                  <a:pt x="2845338" y="143081"/>
                  <a:pt x="3102023" y="107082"/>
                </a:cubicBezTo>
                <a:cubicBezTo>
                  <a:pt x="3270538" y="83605"/>
                  <a:pt x="3444270" y="93518"/>
                  <a:pt x="3611219" y="63780"/>
                </a:cubicBezTo>
                <a:cubicBezTo>
                  <a:pt x="3937814" y="5869"/>
                  <a:pt x="4262322" y="7436"/>
                  <a:pt x="4587352" y="1175"/>
                </a:cubicBezTo>
                <a:cubicBezTo>
                  <a:pt x="4663262" y="-260"/>
                  <a:pt x="4738976" y="-293"/>
                  <a:pt x="4814568" y="604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Tải Logo Trường Đại Học Văn Lang Miễn Phí File AI, SVG, PNG, EPS">
            <a:extLst>
              <a:ext uri="{FF2B5EF4-FFF2-40B4-BE49-F238E27FC236}">
                <a16:creationId xmlns:a16="http://schemas.microsoft.com/office/drawing/2014/main" id="{96908A76-8F79-1781-54CD-05C7C17257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2306" y="133176"/>
            <a:ext cx="989992" cy="1131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86CBF2A-5C59-1E82-700C-551153321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05D83-4CC4-40E5-ABBE-915EF2813888}" type="slidenum">
              <a:rPr lang="en-US" smtClean="0"/>
              <a:t>11</a:t>
            </a:fld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F5F77BA-FB59-2578-BA26-C282B3A2040C}"/>
              </a:ext>
            </a:extLst>
          </p:cNvPr>
          <p:cNvSpPr/>
          <p:nvPr/>
        </p:nvSpPr>
        <p:spPr>
          <a:xfrm>
            <a:off x="-3048" y="-1"/>
            <a:ext cx="5365623" cy="914400"/>
          </a:xfrm>
          <a:prstGeom prst="rect">
            <a:avLst/>
          </a:prstGeom>
          <a:solidFill>
            <a:srgbClr val="D720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457200" tIns="0" rIns="0" bIns="0" rtlCol="0" anchor="ctr" anchorCtr="0"/>
          <a:lstStyle/>
          <a:p>
            <a:r>
              <a:rPr 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II. Requirements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2E00E3F-A0C2-2274-4E33-E4DB53A2F9B3}"/>
              </a:ext>
            </a:extLst>
          </p:cNvPr>
          <p:cNvSpPr/>
          <p:nvPr/>
        </p:nvSpPr>
        <p:spPr>
          <a:xfrm>
            <a:off x="4810125" y="-2"/>
            <a:ext cx="1104900" cy="914399"/>
          </a:xfrm>
          <a:prstGeom prst="ellipse">
            <a:avLst/>
          </a:prstGeom>
          <a:solidFill>
            <a:srgbClr val="D720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4CC63F8-FB57-08AF-9C71-3930647A98B0}"/>
              </a:ext>
            </a:extLst>
          </p:cNvPr>
          <p:cNvSpPr/>
          <p:nvPr/>
        </p:nvSpPr>
        <p:spPr>
          <a:xfrm>
            <a:off x="-3048" y="977156"/>
            <a:ext cx="4114800" cy="457198"/>
          </a:xfrm>
          <a:prstGeom prst="rect">
            <a:avLst/>
          </a:prstGeom>
          <a:solidFill>
            <a:srgbClr val="D720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457200" tIns="0" rIns="0" bIns="0" rtlCol="0" anchor="ctr" anchorCtr="0"/>
          <a:lstStyle/>
          <a:p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2.5 Sample UC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E47E37-4A93-D1A6-FCC7-FA13F3CB5B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-2"/>
            <a:ext cx="4729652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910110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8D1E5F-1E73-8BCF-0F1A-B39394CB85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DE1B0DC3-788E-73FE-C06A-2593D5BF6D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Tải Logo Trường Đại Học Văn Lang Miễn Phí File AI, SVG, PNG, EPS">
            <a:extLst>
              <a:ext uri="{FF2B5EF4-FFF2-40B4-BE49-F238E27FC236}">
                <a16:creationId xmlns:a16="http://schemas.microsoft.com/office/drawing/2014/main" id="{7E8B9809-C5FA-CB47-A9B4-5F333F005B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151" r="-2" b="20691"/>
          <a:stretch>
            <a:fillRect/>
          </a:stretch>
        </p:blipFill>
        <p:spPr bwMode="auto">
          <a:xfrm>
            <a:off x="0" y="0"/>
            <a:ext cx="12192000" cy="6857999"/>
          </a:xfrm>
          <a:custGeom>
            <a:avLst/>
            <a:gdLst/>
            <a:ahLst/>
            <a:cxnLst/>
            <a:rect l="l" t="t" r="r" b="b"/>
            <a:pathLst>
              <a:path w="8500451" h="5783926">
                <a:moveTo>
                  <a:pt x="4814568" y="604"/>
                </a:moveTo>
                <a:cubicBezTo>
                  <a:pt x="5041344" y="3294"/>
                  <a:pt x="5267019" y="14348"/>
                  <a:pt x="5493575" y="21000"/>
                </a:cubicBezTo>
                <a:cubicBezTo>
                  <a:pt x="5987120" y="36130"/>
                  <a:pt x="6483273" y="35607"/>
                  <a:pt x="6977859" y="46564"/>
                </a:cubicBezTo>
                <a:cubicBezTo>
                  <a:pt x="7286195" y="53346"/>
                  <a:pt x="7590877" y="77867"/>
                  <a:pt x="7880953" y="154038"/>
                </a:cubicBezTo>
                <a:cubicBezTo>
                  <a:pt x="7921646" y="164993"/>
                  <a:pt x="7967557" y="167081"/>
                  <a:pt x="7998861" y="193166"/>
                </a:cubicBezTo>
                <a:cubicBezTo>
                  <a:pt x="8033815" y="222382"/>
                  <a:pt x="8019729" y="265163"/>
                  <a:pt x="7968600" y="273511"/>
                </a:cubicBezTo>
                <a:cubicBezTo>
                  <a:pt x="7903386" y="284466"/>
                  <a:pt x="7836607" y="287597"/>
                  <a:pt x="7764609" y="294901"/>
                </a:cubicBezTo>
                <a:cubicBezTo>
                  <a:pt x="7792260" y="335073"/>
                  <a:pt x="7859040" y="304814"/>
                  <a:pt x="7876257" y="354899"/>
                </a:cubicBezTo>
                <a:cubicBezTo>
                  <a:pt x="7799043" y="389332"/>
                  <a:pt x="7705656" y="366898"/>
                  <a:pt x="7631049" y="400810"/>
                </a:cubicBezTo>
                <a:cubicBezTo>
                  <a:pt x="7633137" y="424287"/>
                  <a:pt x="7649831" y="426374"/>
                  <a:pt x="7663396" y="432635"/>
                </a:cubicBezTo>
                <a:cubicBezTo>
                  <a:pt x="7676961" y="438373"/>
                  <a:pt x="7710871" y="430026"/>
                  <a:pt x="7696264" y="462894"/>
                </a:cubicBezTo>
                <a:cubicBezTo>
                  <a:pt x="7541315" y="482719"/>
                  <a:pt x="7393147" y="550021"/>
                  <a:pt x="7229849" y="540630"/>
                </a:cubicBezTo>
                <a:cubicBezTo>
                  <a:pt x="7431755" y="558890"/>
                  <a:pt x="7602355" y="633496"/>
                  <a:pt x="7780782" y="683059"/>
                </a:cubicBezTo>
                <a:cubicBezTo>
                  <a:pt x="7773479" y="741491"/>
                  <a:pt x="7701483" y="718014"/>
                  <a:pt x="7680613" y="759751"/>
                </a:cubicBezTo>
                <a:cubicBezTo>
                  <a:pt x="7794869" y="788967"/>
                  <a:pt x="7904429" y="823401"/>
                  <a:pt x="7998861" y="880789"/>
                </a:cubicBezTo>
                <a:cubicBezTo>
                  <a:pt x="8083901" y="932439"/>
                  <a:pt x="8164765" y="989306"/>
                  <a:pt x="8257111" y="1031566"/>
                </a:cubicBezTo>
                <a:cubicBezTo>
                  <a:pt x="8354150" y="1075912"/>
                  <a:pt x="8413103" y="1132779"/>
                  <a:pt x="8402148" y="1229819"/>
                </a:cubicBezTo>
                <a:cubicBezTo>
                  <a:pt x="8397452" y="1269468"/>
                  <a:pt x="8409973" y="1302859"/>
                  <a:pt x="8453275" y="1318510"/>
                </a:cubicBezTo>
                <a:cubicBezTo>
                  <a:pt x="8507013" y="1337814"/>
                  <a:pt x="8501275" y="1367029"/>
                  <a:pt x="8499187" y="1411897"/>
                </a:cubicBezTo>
                <a:cubicBezTo>
                  <a:pt x="8496056" y="1465634"/>
                  <a:pt x="8468406" y="1486504"/>
                  <a:pt x="8419885" y="1504764"/>
                </a:cubicBezTo>
                <a:cubicBezTo>
                  <a:pt x="8350497" y="1530327"/>
                  <a:pt x="8349975" y="1569978"/>
                  <a:pt x="8368237" y="1617454"/>
                </a:cubicBezTo>
                <a:cubicBezTo>
                  <a:pt x="8378149" y="1643540"/>
                  <a:pt x="8393278" y="1664409"/>
                  <a:pt x="8415713" y="1683712"/>
                </a:cubicBezTo>
                <a:cubicBezTo>
                  <a:pt x="8493448" y="1751014"/>
                  <a:pt x="8492927" y="1752056"/>
                  <a:pt x="8416755" y="1831880"/>
                </a:cubicBezTo>
                <a:cubicBezTo>
                  <a:pt x="8396408" y="1853269"/>
                  <a:pt x="8374496" y="1867356"/>
                  <a:pt x="8383888" y="1901790"/>
                </a:cubicBezTo>
                <a:cubicBezTo>
                  <a:pt x="8415713" y="2016046"/>
                  <a:pt x="8411538" y="2016046"/>
                  <a:pt x="8283717" y="2053609"/>
                </a:cubicBezTo>
                <a:cubicBezTo>
                  <a:pt x="8254501" y="2062479"/>
                  <a:pt x="8215373" y="2054653"/>
                  <a:pt x="8198678" y="2087521"/>
                </a:cubicBezTo>
                <a:cubicBezTo>
                  <a:pt x="8209113" y="2111521"/>
                  <a:pt x="8184591" y="2690625"/>
                  <a:pt x="8207547" y="2700017"/>
                </a:cubicBezTo>
                <a:cubicBezTo>
                  <a:pt x="8387017" y="2773578"/>
                  <a:pt x="8409451" y="2860184"/>
                  <a:pt x="8269632" y="2996352"/>
                </a:cubicBezTo>
                <a:cubicBezTo>
                  <a:pt x="8175722" y="3087653"/>
                  <a:pt x="8186677" y="3236864"/>
                  <a:pt x="8225807" y="3330251"/>
                </a:cubicBezTo>
                <a:cubicBezTo>
                  <a:pt x="8373452" y="3371467"/>
                  <a:pt x="8341107" y="3481027"/>
                  <a:pt x="8370845" y="3577023"/>
                </a:cubicBezTo>
                <a:cubicBezTo>
                  <a:pt x="8392757" y="3649020"/>
                  <a:pt x="8306673" y="3639107"/>
                  <a:pt x="8310847" y="3671976"/>
                </a:cubicBezTo>
                <a:cubicBezTo>
                  <a:pt x="8365105" y="3711626"/>
                  <a:pt x="8437624" y="3724148"/>
                  <a:pt x="8479884" y="3778406"/>
                </a:cubicBezTo>
                <a:cubicBezTo>
                  <a:pt x="8403713" y="3818056"/>
                  <a:pt x="8365105" y="3873880"/>
                  <a:pt x="8322845" y="3929703"/>
                </a:cubicBezTo>
                <a:cubicBezTo>
                  <a:pt x="8254501" y="4020482"/>
                  <a:pt x="8161635" y="4097174"/>
                  <a:pt x="8063031" y="4166563"/>
                </a:cubicBezTo>
                <a:cubicBezTo>
                  <a:pt x="8012947" y="4649674"/>
                  <a:pt x="7851215" y="5156783"/>
                  <a:pt x="7833475" y="5181825"/>
                </a:cubicBezTo>
                <a:cubicBezTo>
                  <a:pt x="7760436" y="5174520"/>
                  <a:pt x="7618528" y="5466682"/>
                  <a:pt x="7495403" y="5493812"/>
                </a:cubicBezTo>
                <a:cubicBezTo>
                  <a:pt x="7366017" y="5523550"/>
                  <a:pt x="5441925" y="5797973"/>
                  <a:pt x="5148199" y="5783364"/>
                </a:cubicBezTo>
                <a:cubicBezTo>
                  <a:pt x="3551743" y="5705628"/>
                  <a:pt x="3505310" y="5598155"/>
                  <a:pt x="3505310" y="5598155"/>
                </a:cubicBezTo>
                <a:cubicBezTo>
                  <a:pt x="3505310" y="5598155"/>
                  <a:pt x="3596089" y="5571548"/>
                  <a:pt x="3675390" y="5541287"/>
                </a:cubicBezTo>
                <a:cubicBezTo>
                  <a:pt x="3627392" y="5542853"/>
                  <a:pt x="3579395" y="5543896"/>
                  <a:pt x="3531919" y="5542331"/>
                </a:cubicBezTo>
                <a:cubicBezTo>
                  <a:pt x="3164108" y="5531375"/>
                  <a:pt x="3500093" y="5511028"/>
                  <a:pt x="3138022" y="5469291"/>
                </a:cubicBezTo>
                <a:cubicBezTo>
                  <a:pt x="2527092" y="5398860"/>
                  <a:pt x="2618913" y="5380598"/>
                  <a:pt x="2058068" y="5181825"/>
                </a:cubicBezTo>
                <a:cubicBezTo>
                  <a:pt x="2008504" y="5164086"/>
                  <a:pt x="1660519" y="5056613"/>
                  <a:pt x="1447659" y="5044613"/>
                </a:cubicBezTo>
                <a:cubicBezTo>
                  <a:pt x="1391313" y="5041483"/>
                  <a:pt x="1329751" y="5042527"/>
                  <a:pt x="1281230" y="4977311"/>
                </a:cubicBezTo>
                <a:cubicBezTo>
                  <a:pt x="1429920" y="4979399"/>
                  <a:pt x="1557741" y="4979399"/>
                  <a:pt x="1696518" y="4945487"/>
                </a:cubicBezTo>
                <a:cubicBezTo>
                  <a:pt x="1622434" y="4898532"/>
                  <a:pt x="1537394" y="4938705"/>
                  <a:pt x="1478440" y="4905836"/>
                </a:cubicBezTo>
                <a:cubicBezTo>
                  <a:pt x="1423138" y="4875577"/>
                  <a:pt x="1375140" y="4871404"/>
                  <a:pt x="1318795" y="4919401"/>
                </a:cubicBezTo>
                <a:cubicBezTo>
                  <a:pt x="1289578" y="4944443"/>
                  <a:pt x="1237928" y="4939747"/>
                  <a:pt x="1208190" y="4925140"/>
                </a:cubicBezTo>
                <a:cubicBezTo>
                  <a:pt x="1049066" y="4846360"/>
                  <a:pt x="1052718" y="4847404"/>
                  <a:pt x="875857" y="4867751"/>
                </a:cubicBezTo>
                <a:cubicBezTo>
                  <a:pt x="763166" y="4880272"/>
                  <a:pt x="648388" y="4902706"/>
                  <a:pt x="545088" y="4889141"/>
                </a:cubicBezTo>
                <a:cubicBezTo>
                  <a:pt x="532045" y="4859403"/>
                  <a:pt x="543522" y="4845839"/>
                  <a:pt x="558131" y="4841666"/>
                </a:cubicBezTo>
                <a:cubicBezTo>
                  <a:pt x="796034" y="4776973"/>
                  <a:pt x="840379" y="4702889"/>
                  <a:pt x="1081413" y="4662717"/>
                </a:cubicBezTo>
                <a:cubicBezTo>
                  <a:pt x="1099151" y="4617327"/>
                  <a:pt x="1011503" y="4609500"/>
                  <a:pt x="1052718" y="4564633"/>
                </a:cubicBezTo>
                <a:cubicBezTo>
                  <a:pt x="1127846" y="4529678"/>
                  <a:pt x="1216016" y="4570894"/>
                  <a:pt x="1290622" y="4525505"/>
                </a:cubicBezTo>
                <a:cubicBezTo>
                  <a:pt x="1277579" y="4493158"/>
                  <a:pt x="1214972" y="4516636"/>
                  <a:pt x="1217581" y="4482202"/>
                </a:cubicBezTo>
                <a:cubicBezTo>
                  <a:pt x="1220712" y="4442552"/>
                  <a:pt x="1264536" y="4448813"/>
                  <a:pt x="1294796" y="4451421"/>
                </a:cubicBezTo>
                <a:cubicBezTo>
                  <a:pt x="1441398" y="4464985"/>
                  <a:pt x="1568696" y="4390902"/>
                  <a:pt x="1709040" y="4365860"/>
                </a:cubicBezTo>
                <a:cubicBezTo>
                  <a:pt x="1559306" y="4303253"/>
                  <a:pt x="686474" y="4353338"/>
                  <a:pt x="530479" y="4334034"/>
                </a:cubicBezTo>
                <a:cubicBezTo>
                  <a:pt x="367182" y="4314210"/>
                  <a:pt x="107367" y="4261516"/>
                  <a:pt x="174146" y="4244821"/>
                </a:cubicBezTo>
                <a:cubicBezTo>
                  <a:pt x="249796" y="4225518"/>
                  <a:pt x="519524" y="3996484"/>
                  <a:pt x="596216" y="3986050"/>
                </a:cubicBezTo>
                <a:cubicBezTo>
                  <a:pt x="685430" y="3974050"/>
                  <a:pt x="703169" y="3957876"/>
                  <a:pt x="820554" y="3875967"/>
                </a:cubicBezTo>
                <a:cubicBezTo>
                  <a:pt x="897769" y="3822230"/>
                  <a:pt x="576391" y="3939094"/>
                  <a:pt x="451179" y="3901009"/>
                </a:cubicBezTo>
                <a:cubicBezTo>
                  <a:pt x="405268" y="3886923"/>
                  <a:pt x="729255" y="3738233"/>
                  <a:pt x="729255" y="3711105"/>
                </a:cubicBezTo>
                <a:cubicBezTo>
                  <a:pt x="729255" y="3682409"/>
                  <a:pt x="700038" y="3676150"/>
                  <a:pt x="672387" y="3676150"/>
                </a:cubicBezTo>
                <a:cubicBezTo>
                  <a:pt x="610824" y="3676150"/>
                  <a:pt x="629606" y="3651106"/>
                  <a:pt x="568043" y="3652673"/>
                </a:cubicBezTo>
                <a:cubicBezTo>
                  <a:pt x="748558" y="3580154"/>
                  <a:pt x="860205" y="3599458"/>
                  <a:pt x="1038632" y="3533198"/>
                </a:cubicBezTo>
                <a:cubicBezTo>
                  <a:pt x="1125760" y="3500852"/>
                  <a:pt x="817425" y="3393378"/>
                  <a:pt x="907160" y="3365206"/>
                </a:cubicBezTo>
                <a:cubicBezTo>
                  <a:pt x="941071" y="3354249"/>
                  <a:pt x="986461" y="3365727"/>
                  <a:pt x="1009938" y="3327120"/>
                </a:cubicBezTo>
                <a:cubicBezTo>
                  <a:pt x="972897" y="3296340"/>
                  <a:pt x="923855" y="3309904"/>
                  <a:pt x="886812" y="3322425"/>
                </a:cubicBezTo>
                <a:cubicBezTo>
                  <a:pt x="792381" y="3354772"/>
                  <a:pt x="799165" y="3346946"/>
                  <a:pt x="789773" y="3322947"/>
                </a:cubicBezTo>
                <a:cubicBezTo>
                  <a:pt x="758993" y="3241037"/>
                  <a:pt x="682822" y="3267123"/>
                  <a:pt x="615520" y="3280688"/>
                </a:cubicBezTo>
                <a:cubicBezTo>
                  <a:pt x="412050" y="3321382"/>
                  <a:pt x="205972" y="3309904"/>
                  <a:pt x="3023" y="3351641"/>
                </a:cubicBezTo>
                <a:cubicBezTo>
                  <a:pt x="-18888" y="3356337"/>
                  <a:pt x="83890" y="3262949"/>
                  <a:pt x="132409" y="3251993"/>
                </a:cubicBezTo>
                <a:cubicBezTo>
                  <a:pt x="185103" y="3240516"/>
                  <a:pt x="249796" y="3248863"/>
                  <a:pt x="287360" y="3195127"/>
                </a:cubicBezTo>
                <a:cubicBezTo>
                  <a:pt x="220579" y="3181561"/>
                  <a:pt x="144410" y="3207647"/>
                  <a:pt x="78150" y="3164866"/>
                </a:cubicBezTo>
                <a:cubicBezTo>
                  <a:pt x="225276" y="3105913"/>
                  <a:pt x="371878" y="3107999"/>
                  <a:pt x="498655" y="3069914"/>
                </a:cubicBezTo>
                <a:cubicBezTo>
                  <a:pt x="510133" y="2999483"/>
                  <a:pt x="426658" y="3025046"/>
                  <a:pt x="396399" y="2984874"/>
                </a:cubicBezTo>
                <a:cubicBezTo>
                  <a:pt x="1351140" y="2916007"/>
                  <a:pt x="817946" y="2712537"/>
                  <a:pt x="658822" y="2601411"/>
                </a:cubicBezTo>
                <a:cubicBezTo>
                  <a:pt x="605607" y="2564370"/>
                  <a:pt x="1164888" y="2388551"/>
                  <a:pt x="1183148" y="2383856"/>
                </a:cubicBezTo>
                <a:cubicBezTo>
                  <a:pt x="1229581" y="2372900"/>
                  <a:pt x="1413747" y="2380725"/>
                  <a:pt x="1451311" y="2366639"/>
                </a:cubicBezTo>
                <a:cubicBezTo>
                  <a:pt x="1499309" y="2348901"/>
                  <a:pt x="1340706" y="2318120"/>
                  <a:pt x="1376184" y="2296729"/>
                </a:cubicBezTo>
                <a:cubicBezTo>
                  <a:pt x="1625043" y="2145953"/>
                  <a:pt x="1642780" y="1919006"/>
                  <a:pt x="1572870" y="1902834"/>
                </a:cubicBezTo>
                <a:cubicBezTo>
                  <a:pt x="1500353" y="1886138"/>
                  <a:pt x="1429399" y="1899181"/>
                  <a:pt x="1362097" y="1926311"/>
                </a:cubicBezTo>
                <a:cubicBezTo>
                  <a:pt x="1252536" y="1970656"/>
                  <a:pt x="493960" y="1907528"/>
                  <a:pt x="281620" y="1943006"/>
                </a:cubicBezTo>
                <a:cubicBezTo>
                  <a:pt x="249274" y="1948223"/>
                  <a:pt x="205451" y="1971700"/>
                  <a:pt x="174669" y="1927876"/>
                </a:cubicBezTo>
                <a:cubicBezTo>
                  <a:pt x="393269" y="1785969"/>
                  <a:pt x="673952" y="1826663"/>
                  <a:pt x="918115" y="1730145"/>
                </a:cubicBezTo>
                <a:cubicBezTo>
                  <a:pt x="822119" y="1663886"/>
                  <a:pt x="724558" y="1667017"/>
                  <a:pt x="624389" y="1676929"/>
                </a:cubicBezTo>
                <a:cubicBezTo>
                  <a:pt x="598304" y="1679538"/>
                  <a:pt x="562826" y="1683190"/>
                  <a:pt x="556565" y="1655539"/>
                </a:cubicBezTo>
                <a:cubicBezTo>
                  <a:pt x="548739" y="1620584"/>
                  <a:pt x="590999" y="1614323"/>
                  <a:pt x="618650" y="1600237"/>
                </a:cubicBezTo>
                <a:cubicBezTo>
                  <a:pt x="660909" y="1578325"/>
                  <a:pt x="723515" y="1604410"/>
                  <a:pt x="775165" y="1544413"/>
                </a:cubicBezTo>
                <a:cubicBezTo>
                  <a:pt x="618650" y="1558500"/>
                  <a:pt x="486656" y="1583021"/>
                  <a:pt x="348401" y="1624758"/>
                </a:cubicBezTo>
                <a:cubicBezTo>
                  <a:pt x="360400" y="1587717"/>
                  <a:pt x="402137" y="1570499"/>
                  <a:pt x="378660" y="1539719"/>
                </a:cubicBezTo>
                <a:cubicBezTo>
                  <a:pt x="360922" y="1516763"/>
                  <a:pt x="310316" y="1505806"/>
                  <a:pt x="336402" y="1463025"/>
                </a:cubicBezTo>
                <a:cubicBezTo>
                  <a:pt x="409963" y="1417636"/>
                  <a:pt x="514307" y="1429636"/>
                  <a:pt x="576913" y="1364421"/>
                </a:cubicBezTo>
                <a:cubicBezTo>
                  <a:pt x="665605" y="1271556"/>
                  <a:pt x="803338" y="1239731"/>
                  <a:pt x="911856" y="1171908"/>
                </a:cubicBezTo>
                <a:cubicBezTo>
                  <a:pt x="947853" y="1149995"/>
                  <a:pt x="1184192" y="1073303"/>
                  <a:pt x="1247841" y="1048782"/>
                </a:cubicBezTo>
                <a:cubicBezTo>
                  <a:pt x="1336532" y="1014349"/>
                  <a:pt x="1437746" y="1002349"/>
                  <a:pt x="1524872" y="939221"/>
                </a:cubicBezTo>
                <a:cubicBezTo>
                  <a:pt x="1439310" y="926178"/>
                  <a:pt x="1369923" y="985133"/>
                  <a:pt x="1267145" y="956439"/>
                </a:cubicBezTo>
                <a:cubicBezTo>
                  <a:pt x="1429920" y="895398"/>
                  <a:pt x="1579131" y="867746"/>
                  <a:pt x="1697039" y="783749"/>
                </a:cubicBezTo>
                <a:cubicBezTo>
                  <a:pt x="1711648" y="773315"/>
                  <a:pt x="1740342" y="776446"/>
                  <a:pt x="1762255" y="772794"/>
                </a:cubicBezTo>
                <a:cubicBezTo>
                  <a:pt x="1992852" y="735752"/>
                  <a:pt x="2224495" y="704449"/>
                  <a:pt x="2452486" y="650712"/>
                </a:cubicBezTo>
                <a:cubicBezTo>
                  <a:pt x="2504136" y="638191"/>
                  <a:pt x="2595436" y="635061"/>
                  <a:pt x="2586045" y="590193"/>
                </a:cubicBezTo>
                <a:cubicBezTo>
                  <a:pt x="2571959" y="522891"/>
                  <a:pt x="2486919" y="570889"/>
                  <a:pt x="2432138" y="577150"/>
                </a:cubicBezTo>
                <a:cubicBezTo>
                  <a:pt x="2262059" y="597497"/>
                  <a:pt x="2091979" y="632974"/>
                  <a:pt x="1919291" y="613149"/>
                </a:cubicBezTo>
                <a:cubicBezTo>
                  <a:pt x="2035633" y="588107"/>
                  <a:pt x="2151455" y="562542"/>
                  <a:pt x="2267799" y="537499"/>
                </a:cubicBezTo>
                <a:cubicBezTo>
                  <a:pt x="2134238" y="546368"/>
                  <a:pt x="2017896" y="487936"/>
                  <a:pt x="1887988" y="514022"/>
                </a:cubicBezTo>
                <a:cubicBezTo>
                  <a:pt x="1846250" y="522370"/>
                  <a:pt x="1802427" y="495762"/>
                  <a:pt x="1798252" y="454546"/>
                </a:cubicBezTo>
                <a:cubicBezTo>
                  <a:pt x="1793557" y="421678"/>
                  <a:pt x="1832686" y="407071"/>
                  <a:pt x="1862424" y="396636"/>
                </a:cubicBezTo>
                <a:cubicBezTo>
                  <a:pt x="1938595" y="370028"/>
                  <a:pt x="1999113" y="291250"/>
                  <a:pt x="2096675" y="332987"/>
                </a:cubicBezTo>
                <a:cubicBezTo>
                  <a:pt x="2158237" y="267250"/>
                  <a:pt x="2256320" y="256816"/>
                  <a:pt x="2335621" y="239600"/>
                </a:cubicBezTo>
                <a:cubicBezTo>
                  <a:pt x="2588654" y="185341"/>
                  <a:pt x="2845338" y="143081"/>
                  <a:pt x="3102023" y="107082"/>
                </a:cubicBezTo>
                <a:cubicBezTo>
                  <a:pt x="3270538" y="83605"/>
                  <a:pt x="3444270" y="93518"/>
                  <a:pt x="3611219" y="63780"/>
                </a:cubicBezTo>
                <a:cubicBezTo>
                  <a:pt x="3937814" y="5869"/>
                  <a:pt x="4262322" y="7436"/>
                  <a:pt x="4587352" y="1175"/>
                </a:cubicBezTo>
                <a:cubicBezTo>
                  <a:pt x="4663262" y="-260"/>
                  <a:pt x="4738976" y="-293"/>
                  <a:pt x="4814568" y="604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Tải Logo Trường Đại Học Văn Lang Miễn Phí File AI, SVG, PNG, EPS">
            <a:extLst>
              <a:ext uri="{FF2B5EF4-FFF2-40B4-BE49-F238E27FC236}">
                <a16:creationId xmlns:a16="http://schemas.microsoft.com/office/drawing/2014/main" id="{FB14423D-C01F-A873-C620-3A38C1638B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2306" y="133176"/>
            <a:ext cx="989992" cy="1131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78AAA9C-EF58-A488-3185-A9238ABC1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05D83-4CC4-40E5-ABBE-915EF2813888}" type="slidenum">
              <a:rPr lang="en-US" smtClean="0"/>
              <a:t>12</a:t>
            </a:fld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866E298-FCE2-32AB-3FC1-22756DABF549}"/>
              </a:ext>
            </a:extLst>
          </p:cNvPr>
          <p:cNvSpPr/>
          <p:nvPr/>
        </p:nvSpPr>
        <p:spPr>
          <a:xfrm>
            <a:off x="-3048" y="-1"/>
            <a:ext cx="5365623" cy="914400"/>
          </a:xfrm>
          <a:prstGeom prst="rect">
            <a:avLst/>
          </a:prstGeom>
          <a:solidFill>
            <a:srgbClr val="D720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457200" tIns="0" rIns="0" bIns="0" rtlCol="0" anchor="ctr" anchorCtr="0"/>
          <a:lstStyle/>
          <a:p>
            <a:r>
              <a:rPr 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III. Architecture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AF04D452-ADAB-5AFF-C65F-1DA469412A4D}"/>
              </a:ext>
            </a:extLst>
          </p:cNvPr>
          <p:cNvSpPr/>
          <p:nvPr/>
        </p:nvSpPr>
        <p:spPr>
          <a:xfrm>
            <a:off x="4810125" y="-2"/>
            <a:ext cx="1104900" cy="914399"/>
          </a:xfrm>
          <a:prstGeom prst="ellipse">
            <a:avLst/>
          </a:prstGeom>
          <a:solidFill>
            <a:srgbClr val="D720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177156-BCC8-813F-88E9-4CCC5761A6E6}"/>
              </a:ext>
            </a:extLst>
          </p:cNvPr>
          <p:cNvSpPr txBox="1"/>
          <p:nvPr/>
        </p:nvSpPr>
        <p:spPr>
          <a:xfrm>
            <a:off x="914400" y="1828800"/>
            <a:ext cx="91440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project adopts a Modular State-Based Architecture combined with a Data-Driven Scenario Configuration approach.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 Finite State Machine (FSM) controls the major runtime states of the game.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system supports two scenarios on one shared core architecture.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Scenario-specific differences are represented mainly through configuration data, scene content, hazard settings, and mission rules, instead of separate codebases.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This architecture is designed to improve predictability, reusability, and maintainability.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7C5A90B-54FC-6A04-35FC-B6F170069D0A}"/>
              </a:ext>
            </a:extLst>
          </p:cNvPr>
          <p:cNvSpPr/>
          <p:nvPr/>
        </p:nvSpPr>
        <p:spPr>
          <a:xfrm>
            <a:off x="-3049" y="977156"/>
            <a:ext cx="4547339" cy="457198"/>
          </a:xfrm>
          <a:prstGeom prst="rect">
            <a:avLst/>
          </a:prstGeom>
          <a:solidFill>
            <a:srgbClr val="D720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457200" tIns="0" rIns="0" bIns="0" rtlCol="0" anchor="ctr" anchorCtr="0"/>
          <a:lstStyle/>
          <a:p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3.1 Software Architecture Overview</a:t>
            </a:r>
            <a:endParaRPr lang="en-US" sz="20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27973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AA2DB8-30FF-E5BA-A462-1D9D0EC75C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1DD5ACA1-0302-AA27-D4E8-2E438325D8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Tải Logo Trường Đại Học Văn Lang Miễn Phí File AI, SVG, PNG, EPS">
            <a:extLst>
              <a:ext uri="{FF2B5EF4-FFF2-40B4-BE49-F238E27FC236}">
                <a16:creationId xmlns:a16="http://schemas.microsoft.com/office/drawing/2014/main" id="{AFE9F4B7-8E1D-EA78-9801-11CD5FD0A3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151" r="-2" b="20691"/>
          <a:stretch>
            <a:fillRect/>
          </a:stretch>
        </p:blipFill>
        <p:spPr bwMode="auto">
          <a:xfrm>
            <a:off x="0" y="0"/>
            <a:ext cx="12192000" cy="6857999"/>
          </a:xfrm>
          <a:custGeom>
            <a:avLst/>
            <a:gdLst/>
            <a:ahLst/>
            <a:cxnLst/>
            <a:rect l="l" t="t" r="r" b="b"/>
            <a:pathLst>
              <a:path w="8500451" h="5783926">
                <a:moveTo>
                  <a:pt x="4814568" y="604"/>
                </a:moveTo>
                <a:cubicBezTo>
                  <a:pt x="5041344" y="3294"/>
                  <a:pt x="5267019" y="14348"/>
                  <a:pt x="5493575" y="21000"/>
                </a:cubicBezTo>
                <a:cubicBezTo>
                  <a:pt x="5987120" y="36130"/>
                  <a:pt x="6483273" y="35607"/>
                  <a:pt x="6977859" y="46564"/>
                </a:cubicBezTo>
                <a:cubicBezTo>
                  <a:pt x="7286195" y="53346"/>
                  <a:pt x="7590877" y="77867"/>
                  <a:pt x="7880953" y="154038"/>
                </a:cubicBezTo>
                <a:cubicBezTo>
                  <a:pt x="7921646" y="164993"/>
                  <a:pt x="7967557" y="167081"/>
                  <a:pt x="7998861" y="193166"/>
                </a:cubicBezTo>
                <a:cubicBezTo>
                  <a:pt x="8033815" y="222382"/>
                  <a:pt x="8019729" y="265163"/>
                  <a:pt x="7968600" y="273511"/>
                </a:cubicBezTo>
                <a:cubicBezTo>
                  <a:pt x="7903386" y="284466"/>
                  <a:pt x="7836607" y="287597"/>
                  <a:pt x="7764609" y="294901"/>
                </a:cubicBezTo>
                <a:cubicBezTo>
                  <a:pt x="7792260" y="335073"/>
                  <a:pt x="7859040" y="304814"/>
                  <a:pt x="7876257" y="354899"/>
                </a:cubicBezTo>
                <a:cubicBezTo>
                  <a:pt x="7799043" y="389332"/>
                  <a:pt x="7705656" y="366898"/>
                  <a:pt x="7631049" y="400810"/>
                </a:cubicBezTo>
                <a:cubicBezTo>
                  <a:pt x="7633137" y="424287"/>
                  <a:pt x="7649831" y="426374"/>
                  <a:pt x="7663396" y="432635"/>
                </a:cubicBezTo>
                <a:cubicBezTo>
                  <a:pt x="7676961" y="438373"/>
                  <a:pt x="7710871" y="430026"/>
                  <a:pt x="7696264" y="462894"/>
                </a:cubicBezTo>
                <a:cubicBezTo>
                  <a:pt x="7541315" y="482719"/>
                  <a:pt x="7393147" y="550021"/>
                  <a:pt x="7229849" y="540630"/>
                </a:cubicBezTo>
                <a:cubicBezTo>
                  <a:pt x="7431755" y="558890"/>
                  <a:pt x="7602355" y="633496"/>
                  <a:pt x="7780782" y="683059"/>
                </a:cubicBezTo>
                <a:cubicBezTo>
                  <a:pt x="7773479" y="741491"/>
                  <a:pt x="7701483" y="718014"/>
                  <a:pt x="7680613" y="759751"/>
                </a:cubicBezTo>
                <a:cubicBezTo>
                  <a:pt x="7794869" y="788967"/>
                  <a:pt x="7904429" y="823401"/>
                  <a:pt x="7998861" y="880789"/>
                </a:cubicBezTo>
                <a:cubicBezTo>
                  <a:pt x="8083901" y="932439"/>
                  <a:pt x="8164765" y="989306"/>
                  <a:pt x="8257111" y="1031566"/>
                </a:cubicBezTo>
                <a:cubicBezTo>
                  <a:pt x="8354150" y="1075912"/>
                  <a:pt x="8413103" y="1132779"/>
                  <a:pt x="8402148" y="1229819"/>
                </a:cubicBezTo>
                <a:cubicBezTo>
                  <a:pt x="8397452" y="1269468"/>
                  <a:pt x="8409973" y="1302859"/>
                  <a:pt x="8453275" y="1318510"/>
                </a:cubicBezTo>
                <a:cubicBezTo>
                  <a:pt x="8507013" y="1337814"/>
                  <a:pt x="8501275" y="1367029"/>
                  <a:pt x="8499187" y="1411897"/>
                </a:cubicBezTo>
                <a:cubicBezTo>
                  <a:pt x="8496056" y="1465634"/>
                  <a:pt x="8468406" y="1486504"/>
                  <a:pt x="8419885" y="1504764"/>
                </a:cubicBezTo>
                <a:cubicBezTo>
                  <a:pt x="8350497" y="1530327"/>
                  <a:pt x="8349975" y="1569978"/>
                  <a:pt x="8368237" y="1617454"/>
                </a:cubicBezTo>
                <a:cubicBezTo>
                  <a:pt x="8378149" y="1643540"/>
                  <a:pt x="8393278" y="1664409"/>
                  <a:pt x="8415713" y="1683712"/>
                </a:cubicBezTo>
                <a:cubicBezTo>
                  <a:pt x="8493448" y="1751014"/>
                  <a:pt x="8492927" y="1752056"/>
                  <a:pt x="8416755" y="1831880"/>
                </a:cubicBezTo>
                <a:cubicBezTo>
                  <a:pt x="8396408" y="1853269"/>
                  <a:pt x="8374496" y="1867356"/>
                  <a:pt x="8383888" y="1901790"/>
                </a:cubicBezTo>
                <a:cubicBezTo>
                  <a:pt x="8415713" y="2016046"/>
                  <a:pt x="8411538" y="2016046"/>
                  <a:pt x="8283717" y="2053609"/>
                </a:cubicBezTo>
                <a:cubicBezTo>
                  <a:pt x="8254501" y="2062479"/>
                  <a:pt x="8215373" y="2054653"/>
                  <a:pt x="8198678" y="2087521"/>
                </a:cubicBezTo>
                <a:cubicBezTo>
                  <a:pt x="8209113" y="2111521"/>
                  <a:pt x="8184591" y="2690625"/>
                  <a:pt x="8207547" y="2700017"/>
                </a:cubicBezTo>
                <a:cubicBezTo>
                  <a:pt x="8387017" y="2773578"/>
                  <a:pt x="8409451" y="2860184"/>
                  <a:pt x="8269632" y="2996352"/>
                </a:cubicBezTo>
                <a:cubicBezTo>
                  <a:pt x="8175722" y="3087653"/>
                  <a:pt x="8186677" y="3236864"/>
                  <a:pt x="8225807" y="3330251"/>
                </a:cubicBezTo>
                <a:cubicBezTo>
                  <a:pt x="8373452" y="3371467"/>
                  <a:pt x="8341107" y="3481027"/>
                  <a:pt x="8370845" y="3577023"/>
                </a:cubicBezTo>
                <a:cubicBezTo>
                  <a:pt x="8392757" y="3649020"/>
                  <a:pt x="8306673" y="3639107"/>
                  <a:pt x="8310847" y="3671976"/>
                </a:cubicBezTo>
                <a:cubicBezTo>
                  <a:pt x="8365105" y="3711626"/>
                  <a:pt x="8437624" y="3724148"/>
                  <a:pt x="8479884" y="3778406"/>
                </a:cubicBezTo>
                <a:cubicBezTo>
                  <a:pt x="8403713" y="3818056"/>
                  <a:pt x="8365105" y="3873880"/>
                  <a:pt x="8322845" y="3929703"/>
                </a:cubicBezTo>
                <a:cubicBezTo>
                  <a:pt x="8254501" y="4020482"/>
                  <a:pt x="8161635" y="4097174"/>
                  <a:pt x="8063031" y="4166563"/>
                </a:cubicBezTo>
                <a:cubicBezTo>
                  <a:pt x="8012947" y="4649674"/>
                  <a:pt x="7851215" y="5156783"/>
                  <a:pt x="7833475" y="5181825"/>
                </a:cubicBezTo>
                <a:cubicBezTo>
                  <a:pt x="7760436" y="5174520"/>
                  <a:pt x="7618528" y="5466682"/>
                  <a:pt x="7495403" y="5493812"/>
                </a:cubicBezTo>
                <a:cubicBezTo>
                  <a:pt x="7366017" y="5523550"/>
                  <a:pt x="5441925" y="5797973"/>
                  <a:pt x="5148199" y="5783364"/>
                </a:cubicBezTo>
                <a:cubicBezTo>
                  <a:pt x="3551743" y="5705628"/>
                  <a:pt x="3505310" y="5598155"/>
                  <a:pt x="3505310" y="5598155"/>
                </a:cubicBezTo>
                <a:cubicBezTo>
                  <a:pt x="3505310" y="5598155"/>
                  <a:pt x="3596089" y="5571548"/>
                  <a:pt x="3675390" y="5541287"/>
                </a:cubicBezTo>
                <a:cubicBezTo>
                  <a:pt x="3627392" y="5542853"/>
                  <a:pt x="3579395" y="5543896"/>
                  <a:pt x="3531919" y="5542331"/>
                </a:cubicBezTo>
                <a:cubicBezTo>
                  <a:pt x="3164108" y="5531375"/>
                  <a:pt x="3500093" y="5511028"/>
                  <a:pt x="3138022" y="5469291"/>
                </a:cubicBezTo>
                <a:cubicBezTo>
                  <a:pt x="2527092" y="5398860"/>
                  <a:pt x="2618913" y="5380598"/>
                  <a:pt x="2058068" y="5181825"/>
                </a:cubicBezTo>
                <a:cubicBezTo>
                  <a:pt x="2008504" y="5164086"/>
                  <a:pt x="1660519" y="5056613"/>
                  <a:pt x="1447659" y="5044613"/>
                </a:cubicBezTo>
                <a:cubicBezTo>
                  <a:pt x="1391313" y="5041483"/>
                  <a:pt x="1329751" y="5042527"/>
                  <a:pt x="1281230" y="4977311"/>
                </a:cubicBezTo>
                <a:cubicBezTo>
                  <a:pt x="1429920" y="4979399"/>
                  <a:pt x="1557741" y="4979399"/>
                  <a:pt x="1696518" y="4945487"/>
                </a:cubicBezTo>
                <a:cubicBezTo>
                  <a:pt x="1622434" y="4898532"/>
                  <a:pt x="1537394" y="4938705"/>
                  <a:pt x="1478440" y="4905836"/>
                </a:cubicBezTo>
                <a:cubicBezTo>
                  <a:pt x="1423138" y="4875577"/>
                  <a:pt x="1375140" y="4871404"/>
                  <a:pt x="1318795" y="4919401"/>
                </a:cubicBezTo>
                <a:cubicBezTo>
                  <a:pt x="1289578" y="4944443"/>
                  <a:pt x="1237928" y="4939747"/>
                  <a:pt x="1208190" y="4925140"/>
                </a:cubicBezTo>
                <a:cubicBezTo>
                  <a:pt x="1049066" y="4846360"/>
                  <a:pt x="1052718" y="4847404"/>
                  <a:pt x="875857" y="4867751"/>
                </a:cubicBezTo>
                <a:cubicBezTo>
                  <a:pt x="763166" y="4880272"/>
                  <a:pt x="648388" y="4902706"/>
                  <a:pt x="545088" y="4889141"/>
                </a:cubicBezTo>
                <a:cubicBezTo>
                  <a:pt x="532045" y="4859403"/>
                  <a:pt x="543522" y="4845839"/>
                  <a:pt x="558131" y="4841666"/>
                </a:cubicBezTo>
                <a:cubicBezTo>
                  <a:pt x="796034" y="4776973"/>
                  <a:pt x="840379" y="4702889"/>
                  <a:pt x="1081413" y="4662717"/>
                </a:cubicBezTo>
                <a:cubicBezTo>
                  <a:pt x="1099151" y="4617327"/>
                  <a:pt x="1011503" y="4609500"/>
                  <a:pt x="1052718" y="4564633"/>
                </a:cubicBezTo>
                <a:cubicBezTo>
                  <a:pt x="1127846" y="4529678"/>
                  <a:pt x="1216016" y="4570894"/>
                  <a:pt x="1290622" y="4525505"/>
                </a:cubicBezTo>
                <a:cubicBezTo>
                  <a:pt x="1277579" y="4493158"/>
                  <a:pt x="1214972" y="4516636"/>
                  <a:pt x="1217581" y="4482202"/>
                </a:cubicBezTo>
                <a:cubicBezTo>
                  <a:pt x="1220712" y="4442552"/>
                  <a:pt x="1264536" y="4448813"/>
                  <a:pt x="1294796" y="4451421"/>
                </a:cubicBezTo>
                <a:cubicBezTo>
                  <a:pt x="1441398" y="4464985"/>
                  <a:pt x="1568696" y="4390902"/>
                  <a:pt x="1709040" y="4365860"/>
                </a:cubicBezTo>
                <a:cubicBezTo>
                  <a:pt x="1559306" y="4303253"/>
                  <a:pt x="686474" y="4353338"/>
                  <a:pt x="530479" y="4334034"/>
                </a:cubicBezTo>
                <a:cubicBezTo>
                  <a:pt x="367182" y="4314210"/>
                  <a:pt x="107367" y="4261516"/>
                  <a:pt x="174146" y="4244821"/>
                </a:cubicBezTo>
                <a:cubicBezTo>
                  <a:pt x="249796" y="4225518"/>
                  <a:pt x="519524" y="3996484"/>
                  <a:pt x="596216" y="3986050"/>
                </a:cubicBezTo>
                <a:cubicBezTo>
                  <a:pt x="685430" y="3974050"/>
                  <a:pt x="703169" y="3957876"/>
                  <a:pt x="820554" y="3875967"/>
                </a:cubicBezTo>
                <a:cubicBezTo>
                  <a:pt x="897769" y="3822230"/>
                  <a:pt x="576391" y="3939094"/>
                  <a:pt x="451179" y="3901009"/>
                </a:cubicBezTo>
                <a:cubicBezTo>
                  <a:pt x="405268" y="3886923"/>
                  <a:pt x="729255" y="3738233"/>
                  <a:pt x="729255" y="3711105"/>
                </a:cubicBezTo>
                <a:cubicBezTo>
                  <a:pt x="729255" y="3682409"/>
                  <a:pt x="700038" y="3676150"/>
                  <a:pt x="672387" y="3676150"/>
                </a:cubicBezTo>
                <a:cubicBezTo>
                  <a:pt x="610824" y="3676150"/>
                  <a:pt x="629606" y="3651106"/>
                  <a:pt x="568043" y="3652673"/>
                </a:cubicBezTo>
                <a:cubicBezTo>
                  <a:pt x="748558" y="3580154"/>
                  <a:pt x="860205" y="3599458"/>
                  <a:pt x="1038632" y="3533198"/>
                </a:cubicBezTo>
                <a:cubicBezTo>
                  <a:pt x="1125760" y="3500852"/>
                  <a:pt x="817425" y="3393378"/>
                  <a:pt x="907160" y="3365206"/>
                </a:cubicBezTo>
                <a:cubicBezTo>
                  <a:pt x="941071" y="3354249"/>
                  <a:pt x="986461" y="3365727"/>
                  <a:pt x="1009938" y="3327120"/>
                </a:cubicBezTo>
                <a:cubicBezTo>
                  <a:pt x="972897" y="3296340"/>
                  <a:pt x="923855" y="3309904"/>
                  <a:pt x="886812" y="3322425"/>
                </a:cubicBezTo>
                <a:cubicBezTo>
                  <a:pt x="792381" y="3354772"/>
                  <a:pt x="799165" y="3346946"/>
                  <a:pt x="789773" y="3322947"/>
                </a:cubicBezTo>
                <a:cubicBezTo>
                  <a:pt x="758993" y="3241037"/>
                  <a:pt x="682822" y="3267123"/>
                  <a:pt x="615520" y="3280688"/>
                </a:cubicBezTo>
                <a:cubicBezTo>
                  <a:pt x="412050" y="3321382"/>
                  <a:pt x="205972" y="3309904"/>
                  <a:pt x="3023" y="3351641"/>
                </a:cubicBezTo>
                <a:cubicBezTo>
                  <a:pt x="-18888" y="3356337"/>
                  <a:pt x="83890" y="3262949"/>
                  <a:pt x="132409" y="3251993"/>
                </a:cubicBezTo>
                <a:cubicBezTo>
                  <a:pt x="185103" y="3240516"/>
                  <a:pt x="249796" y="3248863"/>
                  <a:pt x="287360" y="3195127"/>
                </a:cubicBezTo>
                <a:cubicBezTo>
                  <a:pt x="220579" y="3181561"/>
                  <a:pt x="144410" y="3207647"/>
                  <a:pt x="78150" y="3164866"/>
                </a:cubicBezTo>
                <a:cubicBezTo>
                  <a:pt x="225276" y="3105913"/>
                  <a:pt x="371878" y="3107999"/>
                  <a:pt x="498655" y="3069914"/>
                </a:cubicBezTo>
                <a:cubicBezTo>
                  <a:pt x="510133" y="2999483"/>
                  <a:pt x="426658" y="3025046"/>
                  <a:pt x="396399" y="2984874"/>
                </a:cubicBezTo>
                <a:cubicBezTo>
                  <a:pt x="1351140" y="2916007"/>
                  <a:pt x="817946" y="2712537"/>
                  <a:pt x="658822" y="2601411"/>
                </a:cubicBezTo>
                <a:cubicBezTo>
                  <a:pt x="605607" y="2564370"/>
                  <a:pt x="1164888" y="2388551"/>
                  <a:pt x="1183148" y="2383856"/>
                </a:cubicBezTo>
                <a:cubicBezTo>
                  <a:pt x="1229581" y="2372900"/>
                  <a:pt x="1413747" y="2380725"/>
                  <a:pt x="1451311" y="2366639"/>
                </a:cubicBezTo>
                <a:cubicBezTo>
                  <a:pt x="1499309" y="2348901"/>
                  <a:pt x="1340706" y="2318120"/>
                  <a:pt x="1376184" y="2296729"/>
                </a:cubicBezTo>
                <a:cubicBezTo>
                  <a:pt x="1625043" y="2145953"/>
                  <a:pt x="1642780" y="1919006"/>
                  <a:pt x="1572870" y="1902834"/>
                </a:cubicBezTo>
                <a:cubicBezTo>
                  <a:pt x="1500353" y="1886138"/>
                  <a:pt x="1429399" y="1899181"/>
                  <a:pt x="1362097" y="1926311"/>
                </a:cubicBezTo>
                <a:cubicBezTo>
                  <a:pt x="1252536" y="1970656"/>
                  <a:pt x="493960" y="1907528"/>
                  <a:pt x="281620" y="1943006"/>
                </a:cubicBezTo>
                <a:cubicBezTo>
                  <a:pt x="249274" y="1948223"/>
                  <a:pt x="205451" y="1971700"/>
                  <a:pt x="174669" y="1927876"/>
                </a:cubicBezTo>
                <a:cubicBezTo>
                  <a:pt x="393269" y="1785969"/>
                  <a:pt x="673952" y="1826663"/>
                  <a:pt x="918115" y="1730145"/>
                </a:cubicBezTo>
                <a:cubicBezTo>
                  <a:pt x="822119" y="1663886"/>
                  <a:pt x="724558" y="1667017"/>
                  <a:pt x="624389" y="1676929"/>
                </a:cubicBezTo>
                <a:cubicBezTo>
                  <a:pt x="598304" y="1679538"/>
                  <a:pt x="562826" y="1683190"/>
                  <a:pt x="556565" y="1655539"/>
                </a:cubicBezTo>
                <a:cubicBezTo>
                  <a:pt x="548739" y="1620584"/>
                  <a:pt x="590999" y="1614323"/>
                  <a:pt x="618650" y="1600237"/>
                </a:cubicBezTo>
                <a:cubicBezTo>
                  <a:pt x="660909" y="1578325"/>
                  <a:pt x="723515" y="1604410"/>
                  <a:pt x="775165" y="1544413"/>
                </a:cubicBezTo>
                <a:cubicBezTo>
                  <a:pt x="618650" y="1558500"/>
                  <a:pt x="486656" y="1583021"/>
                  <a:pt x="348401" y="1624758"/>
                </a:cubicBezTo>
                <a:cubicBezTo>
                  <a:pt x="360400" y="1587717"/>
                  <a:pt x="402137" y="1570499"/>
                  <a:pt x="378660" y="1539719"/>
                </a:cubicBezTo>
                <a:cubicBezTo>
                  <a:pt x="360922" y="1516763"/>
                  <a:pt x="310316" y="1505806"/>
                  <a:pt x="336402" y="1463025"/>
                </a:cubicBezTo>
                <a:cubicBezTo>
                  <a:pt x="409963" y="1417636"/>
                  <a:pt x="514307" y="1429636"/>
                  <a:pt x="576913" y="1364421"/>
                </a:cubicBezTo>
                <a:cubicBezTo>
                  <a:pt x="665605" y="1271556"/>
                  <a:pt x="803338" y="1239731"/>
                  <a:pt x="911856" y="1171908"/>
                </a:cubicBezTo>
                <a:cubicBezTo>
                  <a:pt x="947853" y="1149995"/>
                  <a:pt x="1184192" y="1073303"/>
                  <a:pt x="1247841" y="1048782"/>
                </a:cubicBezTo>
                <a:cubicBezTo>
                  <a:pt x="1336532" y="1014349"/>
                  <a:pt x="1437746" y="1002349"/>
                  <a:pt x="1524872" y="939221"/>
                </a:cubicBezTo>
                <a:cubicBezTo>
                  <a:pt x="1439310" y="926178"/>
                  <a:pt x="1369923" y="985133"/>
                  <a:pt x="1267145" y="956439"/>
                </a:cubicBezTo>
                <a:cubicBezTo>
                  <a:pt x="1429920" y="895398"/>
                  <a:pt x="1579131" y="867746"/>
                  <a:pt x="1697039" y="783749"/>
                </a:cubicBezTo>
                <a:cubicBezTo>
                  <a:pt x="1711648" y="773315"/>
                  <a:pt x="1740342" y="776446"/>
                  <a:pt x="1762255" y="772794"/>
                </a:cubicBezTo>
                <a:cubicBezTo>
                  <a:pt x="1992852" y="735752"/>
                  <a:pt x="2224495" y="704449"/>
                  <a:pt x="2452486" y="650712"/>
                </a:cubicBezTo>
                <a:cubicBezTo>
                  <a:pt x="2504136" y="638191"/>
                  <a:pt x="2595436" y="635061"/>
                  <a:pt x="2586045" y="590193"/>
                </a:cubicBezTo>
                <a:cubicBezTo>
                  <a:pt x="2571959" y="522891"/>
                  <a:pt x="2486919" y="570889"/>
                  <a:pt x="2432138" y="577150"/>
                </a:cubicBezTo>
                <a:cubicBezTo>
                  <a:pt x="2262059" y="597497"/>
                  <a:pt x="2091979" y="632974"/>
                  <a:pt x="1919291" y="613149"/>
                </a:cubicBezTo>
                <a:cubicBezTo>
                  <a:pt x="2035633" y="588107"/>
                  <a:pt x="2151455" y="562542"/>
                  <a:pt x="2267799" y="537499"/>
                </a:cubicBezTo>
                <a:cubicBezTo>
                  <a:pt x="2134238" y="546368"/>
                  <a:pt x="2017896" y="487936"/>
                  <a:pt x="1887988" y="514022"/>
                </a:cubicBezTo>
                <a:cubicBezTo>
                  <a:pt x="1846250" y="522370"/>
                  <a:pt x="1802427" y="495762"/>
                  <a:pt x="1798252" y="454546"/>
                </a:cubicBezTo>
                <a:cubicBezTo>
                  <a:pt x="1793557" y="421678"/>
                  <a:pt x="1832686" y="407071"/>
                  <a:pt x="1862424" y="396636"/>
                </a:cubicBezTo>
                <a:cubicBezTo>
                  <a:pt x="1938595" y="370028"/>
                  <a:pt x="1999113" y="291250"/>
                  <a:pt x="2096675" y="332987"/>
                </a:cubicBezTo>
                <a:cubicBezTo>
                  <a:pt x="2158237" y="267250"/>
                  <a:pt x="2256320" y="256816"/>
                  <a:pt x="2335621" y="239600"/>
                </a:cubicBezTo>
                <a:cubicBezTo>
                  <a:pt x="2588654" y="185341"/>
                  <a:pt x="2845338" y="143081"/>
                  <a:pt x="3102023" y="107082"/>
                </a:cubicBezTo>
                <a:cubicBezTo>
                  <a:pt x="3270538" y="83605"/>
                  <a:pt x="3444270" y="93518"/>
                  <a:pt x="3611219" y="63780"/>
                </a:cubicBezTo>
                <a:cubicBezTo>
                  <a:pt x="3937814" y="5869"/>
                  <a:pt x="4262322" y="7436"/>
                  <a:pt x="4587352" y="1175"/>
                </a:cubicBezTo>
                <a:cubicBezTo>
                  <a:pt x="4663262" y="-260"/>
                  <a:pt x="4738976" y="-293"/>
                  <a:pt x="4814568" y="604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Tải Logo Trường Đại Học Văn Lang Miễn Phí File AI, SVG, PNG, EPS">
            <a:extLst>
              <a:ext uri="{FF2B5EF4-FFF2-40B4-BE49-F238E27FC236}">
                <a16:creationId xmlns:a16="http://schemas.microsoft.com/office/drawing/2014/main" id="{7505D8E7-30F0-0819-A4A2-345ED8EE1C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2306" y="133176"/>
            <a:ext cx="989992" cy="1131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3532912-201A-2933-D9D8-E5198F210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05D83-4CC4-40E5-ABBE-915EF2813888}" type="slidenum">
              <a:rPr lang="en-US" smtClean="0"/>
              <a:t>13</a:t>
            </a:fld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BD2D772-2D62-7834-FEA1-568676F4A9DE}"/>
              </a:ext>
            </a:extLst>
          </p:cNvPr>
          <p:cNvSpPr/>
          <p:nvPr/>
        </p:nvSpPr>
        <p:spPr>
          <a:xfrm>
            <a:off x="-3048" y="-1"/>
            <a:ext cx="5365623" cy="914400"/>
          </a:xfrm>
          <a:prstGeom prst="rect">
            <a:avLst/>
          </a:prstGeom>
          <a:solidFill>
            <a:srgbClr val="D720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457200" tIns="0" rIns="0" bIns="0" rtlCol="0" anchor="ctr" anchorCtr="0"/>
          <a:lstStyle/>
          <a:p>
            <a:r>
              <a:rPr 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III. Architecture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754F67C1-A6D8-5186-01A2-011E973263D3}"/>
              </a:ext>
            </a:extLst>
          </p:cNvPr>
          <p:cNvSpPr/>
          <p:nvPr/>
        </p:nvSpPr>
        <p:spPr>
          <a:xfrm>
            <a:off x="4810125" y="-2"/>
            <a:ext cx="1104900" cy="914399"/>
          </a:xfrm>
          <a:prstGeom prst="ellipse">
            <a:avLst/>
          </a:prstGeom>
          <a:solidFill>
            <a:srgbClr val="D720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39C4102-79BD-565F-6E11-D8BE990B28DE}"/>
              </a:ext>
            </a:extLst>
          </p:cNvPr>
          <p:cNvSpPr/>
          <p:nvPr/>
        </p:nvSpPr>
        <p:spPr>
          <a:xfrm>
            <a:off x="-3049" y="977156"/>
            <a:ext cx="5258540" cy="457198"/>
          </a:xfrm>
          <a:prstGeom prst="rect">
            <a:avLst/>
          </a:prstGeom>
          <a:solidFill>
            <a:srgbClr val="D720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457200" tIns="0" rIns="0" bIns="0" rtlCol="0" anchor="ctr" anchorCtr="0"/>
          <a:lstStyle/>
          <a:p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3.2 Logical Architecture and Main Modules</a:t>
            </a:r>
            <a:endParaRPr lang="en-US" sz="20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F6D10099-105C-0AF2-7A3D-0217C90B014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4E6DB77-AA0F-5DD0-08AB-561D5FE573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" y="1434354"/>
            <a:ext cx="12185904" cy="5423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89371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B3D308-0B80-E038-3ED9-EDD145867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D58EB9D1-8473-786E-B564-3AF837147F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Tải Logo Trường Đại Học Văn Lang Miễn Phí File AI, SVG, PNG, EPS">
            <a:extLst>
              <a:ext uri="{FF2B5EF4-FFF2-40B4-BE49-F238E27FC236}">
                <a16:creationId xmlns:a16="http://schemas.microsoft.com/office/drawing/2014/main" id="{ED2B57C0-307B-3FE5-3F0F-A6C46AC3F2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151" r="-2" b="20691"/>
          <a:stretch>
            <a:fillRect/>
          </a:stretch>
        </p:blipFill>
        <p:spPr bwMode="auto">
          <a:xfrm>
            <a:off x="0" y="0"/>
            <a:ext cx="12192000" cy="6857999"/>
          </a:xfrm>
          <a:custGeom>
            <a:avLst/>
            <a:gdLst/>
            <a:ahLst/>
            <a:cxnLst/>
            <a:rect l="l" t="t" r="r" b="b"/>
            <a:pathLst>
              <a:path w="8500451" h="5783926">
                <a:moveTo>
                  <a:pt x="4814568" y="604"/>
                </a:moveTo>
                <a:cubicBezTo>
                  <a:pt x="5041344" y="3294"/>
                  <a:pt x="5267019" y="14348"/>
                  <a:pt x="5493575" y="21000"/>
                </a:cubicBezTo>
                <a:cubicBezTo>
                  <a:pt x="5987120" y="36130"/>
                  <a:pt x="6483273" y="35607"/>
                  <a:pt x="6977859" y="46564"/>
                </a:cubicBezTo>
                <a:cubicBezTo>
                  <a:pt x="7286195" y="53346"/>
                  <a:pt x="7590877" y="77867"/>
                  <a:pt x="7880953" y="154038"/>
                </a:cubicBezTo>
                <a:cubicBezTo>
                  <a:pt x="7921646" y="164993"/>
                  <a:pt x="7967557" y="167081"/>
                  <a:pt x="7998861" y="193166"/>
                </a:cubicBezTo>
                <a:cubicBezTo>
                  <a:pt x="8033815" y="222382"/>
                  <a:pt x="8019729" y="265163"/>
                  <a:pt x="7968600" y="273511"/>
                </a:cubicBezTo>
                <a:cubicBezTo>
                  <a:pt x="7903386" y="284466"/>
                  <a:pt x="7836607" y="287597"/>
                  <a:pt x="7764609" y="294901"/>
                </a:cubicBezTo>
                <a:cubicBezTo>
                  <a:pt x="7792260" y="335073"/>
                  <a:pt x="7859040" y="304814"/>
                  <a:pt x="7876257" y="354899"/>
                </a:cubicBezTo>
                <a:cubicBezTo>
                  <a:pt x="7799043" y="389332"/>
                  <a:pt x="7705656" y="366898"/>
                  <a:pt x="7631049" y="400810"/>
                </a:cubicBezTo>
                <a:cubicBezTo>
                  <a:pt x="7633137" y="424287"/>
                  <a:pt x="7649831" y="426374"/>
                  <a:pt x="7663396" y="432635"/>
                </a:cubicBezTo>
                <a:cubicBezTo>
                  <a:pt x="7676961" y="438373"/>
                  <a:pt x="7710871" y="430026"/>
                  <a:pt x="7696264" y="462894"/>
                </a:cubicBezTo>
                <a:cubicBezTo>
                  <a:pt x="7541315" y="482719"/>
                  <a:pt x="7393147" y="550021"/>
                  <a:pt x="7229849" y="540630"/>
                </a:cubicBezTo>
                <a:cubicBezTo>
                  <a:pt x="7431755" y="558890"/>
                  <a:pt x="7602355" y="633496"/>
                  <a:pt x="7780782" y="683059"/>
                </a:cubicBezTo>
                <a:cubicBezTo>
                  <a:pt x="7773479" y="741491"/>
                  <a:pt x="7701483" y="718014"/>
                  <a:pt x="7680613" y="759751"/>
                </a:cubicBezTo>
                <a:cubicBezTo>
                  <a:pt x="7794869" y="788967"/>
                  <a:pt x="7904429" y="823401"/>
                  <a:pt x="7998861" y="880789"/>
                </a:cubicBezTo>
                <a:cubicBezTo>
                  <a:pt x="8083901" y="932439"/>
                  <a:pt x="8164765" y="989306"/>
                  <a:pt x="8257111" y="1031566"/>
                </a:cubicBezTo>
                <a:cubicBezTo>
                  <a:pt x="8354150" y="1075912"/>
                  <a:pt x="8413103" y="1132779"/>
                  <a:pt x="8402148" y="1229819"/>
                </a:cubicBezTo>
                <a:cubicBezTo>
                  <a:pt x="8397452" y="1269468"/>
                  <a:pt x="8409973" y="1302859"/>
                  <a:pt x="8453275" y="1318510"/>
                </a:cubicBezTo>
                <a:cubicBezTo>
                  <a:pt x="8507013" y="1337814"/>
                  <a:pt x="8501275" y="1367029"/>
                  <a:pt x="8499187" y="1411897"/>
                </a:cubicBezTo>
                <a:cubicBezTo>
                  <a:pt x="8496056" y="1465634"/>
                  <a:pt x="8468406" y="1486504"/>
                  <a:pt x="8419885" y="1504764"/>
                </a:cubicBezTo>
                <a:cubicBezTo>
                  <a:pt x="8350497" y="1530327"/>
                  <a:pt x="8349975" y="1569978"/>
                  <a:pt x="8368237" y="1617454"/>
                </a:cubicBezTo>
                <a:cubicBezTo>
                  <a:pt x="8378149" y="1643540"/>
                  <a:pt x="8393278" y="1664409"/>
                  <a:pt x="8415713" y="1683712"/>
                </a:cubicBezTo>
                <a:cubicBezTo>
                  <a:pt x="8493448" y="1751014"/>
                  <a:pt x="8492927" y="1752056"/>
                  <a:pt x="8416755" y="1831880"/>
                </a:cubicBezTo>
                <a:cubicBezTo>
                  <a:pt x="8396408" y="1853269"/>
                  <a:pt x="8374496" y="1867356"/>
                  <a:pt x="8383888" y="1901790"/>
                </a:cubicBezTo>
                <a:cubicBezTo>
                  <a:pt x="8415713" y="2016046"/>
                  <a:pt x="8411538" y="2016046"/>
                  <a:pt x="8283717" y="2053609"/>
                </a:cubicBezTo>
                <a:cubicBezTo>
                  <a:pt x="8254501" y="2062479"/>
                  <a:pt x="8215373" y="2054653"/>
                  <a:pt x="8198678" y="2087521"/>
                </a:cubicBezTo>
                <a:cubicBezTo>
                  <a:pt x="8209113" y="2111521"/>
                  <a:pt x="8184591" y="2690625"/>
                  <a:pt x="8207547" y="2700017"/>
                </a:cubicBezTo>
                <a:cubicBezTo>
                  <a:pt x="8387017" y="2773578"/>
                  <a:pt x="8409451" y="2860184"/>
                  <a:pt x="8269632" y="2996352"/>
                </a:cubicBezTo>
                <a:cubicBezTo>
                  <a:pt x="8175722" y="3087653"/>
                  <a:pt x="8186677" y="3236864"/>
                  <a:pt x="8225807" y="3330251"/>
                </a:cubicBezTo>
                <a:cubicBezTo>
                  <a:pt x="8373452" y="3371467"/>
                  <a:pt x="8341107" y="3481027"/>
                  <a:pt x="8370845" y="3577023"/>
                </a:cubicBezTo>
                <a:cubicBezTo>
                  <a:pt x="8392757" y="3649020"/>
                  <a:pt x="8306673" y="3639107"/>
                  <a:pt x="8310847" y="3671976"/>
                </a:cubicBezTo>
                <a:cubicBezTo>
                  <a:pt x="8365105" y="3711626"/>
                  <a:pt x="8437624" y="3724148"/>
                  <a:pt x="8479884" y="3778406"/>
                </a:cubicBezTo>
                <a:cubicBezTo>
                  <a:pt x="8403713" y="3818056"/>
                  <a:pt x="8365105" y="3873880"/>
                  <a:pt x="8322845" y="3929703"/>
                </a:cubicBezTo>
                <a:cubicBezTo>
                  <a:pt x="8254501" y="4020482"/>
                  <a:pt x="8161635" y="4097174"/>
                  <a:pt x="8063031" y="4166563"/>
                </a:cubicBezTo>
                <a:cubicBezTo>
                  <a:pt x="8012947" y="4649674"/>
                  <a:pt x="7851215" y="5156783"/>
                  <a:pt x="7833475" y="5181825"/>
                </a:cubicBezTo>
                <a:cubicBezTo>
                  <a:pt x="7760436" y="5174520"/>
                  <a:pt x="7618528" y="5466682"/>
                  <a:pt x="7495403" y="5493812"/>
                </a:cubicBezTo>
                <a:cubicBezTo>
                  <a:pt x="7366017" y="5523550"/>
                  <a:pt x="5441925" y="5797973"/>
                  <a:pt x="5148199" y="5783364"/>
                </a:cubicBezTo>
                <a:cubicBezTo>
                  <a:pt x="3551743" y="5705628"/>
                  <a:pt x="3505310" y="5598155"/>
                  <a:pt x="3505310" y="5598155"/>
                </a:cubicBezTo>
                <a:cubicBezTo>
                  <a:pt x="3505310" y="5598155"/>
                  <a:pt x="3596089" y="5571548"/>
                  <a:pt x="3675390" y="5541287"/>
                </a:cubicBezTo>
                <a:cubicBezTo>
                  <a:pt x="3627392" y="5542853"/>
                  <a:pt x="3579395" y="5543896"/>
                  <a:pt x="3531919" y="5542331"/>
                </a:cubicBezTo>
                <a:cubicBezTo>
                  <a:pt x="3164108" y="5531375"/>
                  <a:pt x="3500093" y="5511028"/>
                  <a:pt x="3138022" y="5469291"/>
                </a:cubicBezTo>
                <a:cubicBezTo>
                  <a:pt x="2527092" y="5398860"/>
                  <a:pt x="2618913" y="5380598"/>
                  <a:pt x="2058068" y="5181825"/>
                </a:cubicBezTo>
                <a:cubicBezTo>
                  <a:pt x="2008504" y="5164086"/>
                  <a:pt x="1660519" y="5056613"/>
                  <a:pt x="1447659" y="5044613"/>
                </a:cubicBezTo>
                <a:cubicBezTo>
                  <a:pt x="1391313" y="5041483"/>
                  <a:pt x="1329751" y="5042527"/>
                  <a:pt x="1281230" y="4977311"/>
                </a:cubicBezTo>
                <a:cubicBezTo>
                  <a:pt x="1429920" y="4979399"/>
                  <a:pt x="1557741" y="4979399"/>
                  <a:pt x="1696518" y="4945487"/>
                </a:cubicBezTo>
                <a:cubicBezTo>
                  <a:pt x="1622434" y="4898532"/>
                  <a:pt x="1537394" y="4938705"/>
                  <a:pt x="1478440" y="4905836"/>
                </a:cubicBezTo>
                <a:cubicBezTo>
                  <a:pt x="1423138" y="4875577"/>
                  <a:pt x="1375140" y="4871404"/>
                  <a:pt x="1318795" y="4919401"/>
                </a:cubicBezTo>
                <a:cubicBezTo>
                  <a:pt x="1289578" y="4944443"/>
                  <a:pt x="1237928" y="4939747"/>
                  <a:pt x="1208190" y="4925140"/>
                </a:cubicBezTo>
                <a:cubicBezTo>
                  <a:pt x="1049066" y="4846360"/>
                  <a:pt x="1052718" y="4847404"/>
                  <a:pt x="875857" y="4867751"/>
                </a:cubicBezTo>
                <a:cubicBezTo>
                  <a:pt x="763166" y="4880272"/>
                  <a:pt x="648388" y="4902706"/>
                  <a:pt x="545088" y="4889141"/>
                </a:cubicBezTo>
                <a:cubicBezTo>
                  <a:pt x="532045" y="4859403"/>
                  <a:pt x="543522" y="4845839"/>
                  <a:pt x="558131" y="4841666"/>
                </a:cubicBezTo>
                <a:cubicBezTo>
                  <a:pt x="796034" y="4776973"/>
                  <a:pt x="840379" y="4702889"/>
                  <a:pt x="1081413" y="4662717"/>
                </a:cubicBezTo>
                <a:cubicBezTo>
                  <a:pt x="1099151" y="4617327"/>
                  <a:pt x="1011503" y="4609500"/>
                  <a:pt x="1052718" y="4564633"/>
                </a:cubicBezTo>
                <a:cubicBezTo>
                  <a:pt x="1127846" y="4529678"/>
                  <a:pt x="1216016" y="4570894"/>
                  <a:pt x="1290622" y="4525505"/>
                </a:cubicBezTo>
                <a:cubicBezTo>
                  <a:pt x="1277579" y="4493158"/>
                  <a:pt x="1214972" y="4516636"/>
                  <a:pt x="1217581" y="4482202"/>
                </a:cubicBezTo>
                <a:cubicBezTo>
                  <a:pt x="1220712" y="4442552"/>
                  <a:pt x="1264536" y="4448813"/>
                  <a:pt x="1294796" y="4451421"/>
                </a:cubicBezTo>
                <a:cubicBezTo>
                  <a:pt x="1441398" y="4464985"/>
                  <a:pt x="1568696" y="4390902"/>
                  <a:pt x="1709040" y="4365860"/>
                </a:cubicBezTo>
                <a:cubicBezTo>
                  <a:pt x="1559306" y="4303253"/>
                  <a:pt x="686474" y="4353338"/>
                  <a:pt x="530479" y="4334034"/>
                </a:cubicBezTo>
                <a:cubicBezTo>
                  <a:pt x="367182" y="4314210"/>
                  <a:pt x="107367" y="4261516"/>
                  <a:pt x="174146" y="4244821"/>
                </a:cubicBezTo>
                <a:cubicBezTo>
                  <a:pt x="249796" y="4225518"/>
                  <a:pt x="519524" y="3996484"/>
                  <a:pt x="596216" y="3986050"/>
                </a:cubicBezTo>
                <a:cubicBezTo>
                  <a:pt x="685430" y="3974050"/>
                  <a:pt x="703169" y="3957876"/>
                  <a:pt x="820554" y="3875967"/>
                </a:cubicBezTo>
                <a:cubicBezTo>
                  <a:pt x="897769" y="3822230"/>
                  <a:pt x="576391" y="3939094"/>
                  <a:pt x="451179" y="3901009"/>
                </a:cubicBezTo>
                <a:cubicBezTo>
                  <a:pt x="405268" y="3886923"/>
                  <a:pt x="729255" y="3738233"/>
                  <a:pt x="729255" y="3711105"/>
                </a:cubicBezTo>
                <a:cubicBezTo>
                  <a:pt x="729255" y="3682409"/>
                  <a:pt x="700038" y="3676150"/>
                  <a:pt x="672387" y="3676150"/>
                </a:cubicBezTo>
                <a:cubicBezTo>
                  <a:pt x="610824" y="3676150"/>
                  <a:pt x="629606" y="3651106"/>
                  <a:pt x="568043" y="3652673"/>
                </a:cubicBezTo>
                <a:cubicBezTo>
                  <a:pt x="748558" y="3580154"/>
                  <a:pt x="860205" y="3599458"/>
                  <a:pt x="1038632" y="3533198"/>
                </a:cubicBezTo>
                <a:cubicBezTo>
                  <a:pt x="1125760" y="3500852"/>
                  <a:pt x="817425" y="3393378"/>
                  <a:pt x="907160" y="3365206"/>
                </a:cubicBezTo>
                <a:cubicBezTo>
                  <a:pt x="941071" y="3354249"/>
                  <a:pt x="986461" y="3365727"/>
                  <a:pt x="1009938" y="3327120"/>
                </a:cubicBezTo>
                <a:cubicBezTo>
                  <a:pt x="972897" y="3296340"/>
                  <a:pt x="923855" y="3309904"/>
                  <a:pt x="886812" y="3322425"/>
                </a:cubicBezTo>
                <a:cubicBezTo>
                  <a:pt x="792381" y="3354772"/>
                  <a:pt x="799165" y="3346946"/>
                  <a:pt x="789773" y="3322947"/>
                </a:cubicBezTo>
                <a:cubicBezTo>
                  <a:pt x="758993" y="3241037"/>
                  <a:pt x="682822" y="3267123"/>
                  <a:pt x="615520" y="3280688"/>
                </a:cubicBezTo>
                <a:cubicBezTo>
                  <a:pt x="412050" y="3321382"/>
                  <a:pt x="205972" y="3309904"/>
                  <a:pt x="3023" y="3351641"/>
                </a:cubicBezTo>
                <a:cubicBezTo>
                  <a:pt x="-18888" y="3356337"/>
                  <a:pt x="83890" y="3262949"/>
                  <a:pt x="132409" y="3251993"/>
                </a:cubicBezTo>
                <a:cubicBezTo>
                  <a:pt x="185103" y="3240516"/>
                  <a:pt x="249796" y="3248863"/>
                  <a:pt x="287360" y="3195127"/>
                </a:cubicBezTo>
                <a:cubicBezTo>
                  <a:pt x="220579" y="3181561"/>
                  <a:pt x="144410" y="3207647"/>
                  <a:pt x="78150" y="3164866"/>
                </a:cubicBezTo>
                <a:cubicBezTo>
                  <a:pt x="225276" y="3105913"/>
                  <a:pt x="371878" y="3107999"/>
                  <a:pt x="498655" y="3069914"/>
                </a:cubicBezTo>
                <a:cubicBezTo>
                  <a:pt x="510133" y="2999483"/>
                  <a:pt x="426658" y="3025046"/>
                  <a:pt x="396399" y="2984874"/>
                </a:cubicBezTo>
                <a:cubicBezTo>
                  <a:pt x="1351140" y="2916007"/>
                  <a:pt x="817946" y="2712537"/>
                  <a:pt x="658822" y="2601411"/>
                </a:cubicBezTo>
                <a:cubicBezTo>
                  <a:pt x="605607" y="2564370"/>
                  <a:pt x="1164888" y="2388551"/>
                  <a:pt x="1183148" y="2383856"/>
                </a:cubicBezTo>
                <a:cubicBezTo>
                  <a:pt x="1229581" y="2372900"/>
                  <a:pt x="1413747" y="2380725"/>
                  <a:pt x="1451311" y="2366639"/>
                </a:cubicBezTo>
                <a:cubicBezTo>
                  <a:pt x="1499309" y="2348901"/>
                  <a:pt x="1340706" y="2318120"/>
                  <a:pt x="1376184" y="2296729"/>
                </a:cubicBezTo>
                <a:cubicBezTo>
                  <a:pt x="1625043" y="2145953"/>
                  <a:pt x="1642780" y="1919006"/>
                  <a:pt x="1572870" y="1902834"/>
                </a:cubicBezTo>
                <a:cubicBezTo>
                  <a:pt x="1500353" y="1886138"/>
                  <a:pt x="1429399" y="1899181"/>
                  <a:pt x="1362097" y="1926311"/>
                </a:cubicBezTo>
                <a:cubicBezTo>
                  <a:pt x="1252536" y="1970656"/>
                  <a:pt x="493960" y="1907528"/>
                  <a:pt x="281620" y="1943006"/>
                </a:cubicBezTo>
                <a:cubicBezTo>
                  <a:pt x="249274" y="1948223"/>
                  <a:pt x="205451" y="1971700"/>
                  <a:pt x="174669" y="1927876"/>
                </a:cubicBezTo>
                <a:cubicBezTo>
                  <a:pt x="393269" y="1785969"/>
                  <a:pt x="673952" y="1826663"/>
                  <a:pt x="918115" y="1730145"/>
                </a:cubicBezTo>
                <a:cubicBezTo>
                  <a:pt x="822119" y="1663886"/>
                  <a:pt x="724558" y="1667017"/>
                  <a:pt x="624389" y="1676929"/>
                </a:cubicBezTo>
                <a:cubicBezTo>
                  <a:pt x="598304" y="1679538"/>
                  <a:pt x="562826" y="1683190"/>
                  <a:pt x="556565" y="1655539"/>
                </a:cubicBezTo>
                <a:cubicBezTo>
                  <a:pt x="548739" y="1620584"/>
                  <a:pt x="590999" y="1614323"/>
                  <a:pt x="618650" y="1600237"/>
                </a:cubicBezTo>
                <a:cubicBezTo>
                  <a:pt x="660909" y="1578325"/>
                  <a:pt x="723515" y="1604410"/>
                  <a:pt x="775165" y="1544413"/>
                </a:cubicBezTo>
                <a:cubicBezTo>
                  <a:pt x="618650" y="1558500"/>
                  <a:pt x="486656" y="1583021"/>
                  <a:pt x="348401" y="1624758"/>
                </a:cubicBezTo>
                <a:cubicBezTo>
                  <a:pt x="360400" y="1587717"/>
                  <a:pt x="402137" y="1570499"/>
                  <a:pt x="378660" y="1539719"/>
                </a:cubicBezTo>
                <a:cubicBezTo>
                  <a:pt x="360922" y="1516763"/>
                  <a:pt x="310316" y="1505806"/>
                  <a:pt x="336402" y="1463025"/>
                </a:cubicBezTo>
                <a:cubicBezTo>
                  <a:pt x="409963" y="1417636"/>
                  <a:pt x="514307" y="1429636"/>
                  <a:pt x="576913" y="1364421"/>
                </a:cubicBezTo>
                <a:cubicBezTo>
                  <a:pt x="665605" y="1271556"/>
                  <a:pt x="803338" y="1239731"/>
                  <a:pt x="911856" y="1171908"/>
                </a:cubicBezTo>
                <a:cubicBezTo>
                  <a:pt x="947853" y="1149995"/>
                  <a:pt x="1184192" y="1073303"/>
                  <a:pt x="1247841" y="1048782"/>
                </a:cubicBezTo>
                <a:cubicBezTo>
                  <a:pt x="1336532" y="1014349"/>
                  <a:pt x="1437746" y="1002349"/>
                  <a:pt x="1524872" y="939221"/>
                </a:cubicBezTo>
                <a:cubicBezTo>
                  <a:pt x="1439310" y="926178"/>
                  <a:pt x="1369923" y="985133"/>
                  <a:pt x="1267145" y="956439"/>
                </a:cubicBezTo>
                <a:cubicBezTo>
                  <a:pt x="1429920" y="895398"/>
                  <a:pt x="1579131" y="867746"/>
                  <a:pt x="1697039" y="783749"/>
                </a:cubicBezTo>
                <a:cubicBezTo>
                  <a:pt x="1711648" y="773315"/>
                  <a:pt x="1740342" y="776446"/>
                  <a:pt x="1762255" y="772794"/>
                </a:cubicBezTo>
                <a:cubicBezTo>
                  <a:pt x="1992852" y="735752"/>
                  <a:pt x="2224495" y="704449"/>
                  <a:pt x="2452486" y="650712"/>
                </a:cubicBezTo>
                <a:cubicBezTo>
                  <a:pt x="2504136" y="638191"/>
                  <a:pt x="2595436" y="635061"/>
                  <a:pt x="2586045" y="590193"/>
                </a:cubicBezTo>
                <a:cubicBezTo>
                  <a:pt x="2571959" y="522891"/>
                  <a:pt x="2486919" y="570889"/>
                  <a:pt x="2432138" y="577150"/>
                </a:cubicBezTo>
                <a:cubicBezTo>
                  <a:pt x="2262059" y="597497"/>
                  <a:pt x="2091979" y="632974"/>
                  <a:pt x="1919291" y="613149"/>
                </a:cubicBezTo>
                <a:cubicBezTo>
                  <a:pt x="2035633" y="588107"/>
                  <a:pt x="2151455" y="562542"/>
                  <a:pt x="2267799" y="537499"/>
                </a:cubicBezTo>
                <a:cubicBezTo>
                  <a:pt x="2134238" y="546368"/>
                  <a:pt x="2017896" y="487936"/>
                  <a:pt x="1887988" y="514022"/>
                </a:cubicBezTo>
                <a:cubicBezTo>
                  <a:pt x="1846250" y="522370"/>
                  <a:pt x="1802427" y="495762"/>
                  <a:pt x="1798252" y="454546"/>
                </a:cubicBezTo>
                <a:cubicBezTo>
                  <a:pt x="1793557" y="421678"/>
                  <a:pt x="1832686" y="407071"/>
                  <a:pt x="1862424" y="396636"/>
                </a:cubicBezTo>
                <a:cubicBezTo>
                  <a:pt x="1938595" y="370028"/>
                  <a:pt x="1999113" y="291250"/>
                  <a:pt x="2096675" y="332987"/>
                </a:cubicBezTo>
                <a:cubicBezTo>
                  <a:pt x="2158237" y="267250"/>
                  <a:pt x="2256320" y="256816"/>
                  <a:pt x="2335621" y="239600"/>
                </a:cubicBezTo>
                <a:cubicBezTo>
                  <a:pt x="2588654" y="185341"/>
                  <a:pt x="2845338" y="143081"/>
                  <a:pt x="3102023" y="107082"/>
                </a:cubicBezTo>
                <a:cubicBezTo>
                  <a:pt x="3270538" y="83605"/>
                  <a:pt x="3444270" y="93518"/>
                  <a:pt x="3611219" y="63780"/>
                </a:cubicBezTo>
                <a:cubicBezTo>
                  <a:pt x="3937814" y="5869"/>
                  <a:pt x="4262322" y="7436"/>
                  <a:pt x="4587352" y="1175"/>
                </a:cubicBezTo>
                <a:cubicBezTo>
                  <a:pt x="4663262" y="-260"/>
                  <a:pt x="4738976" y="-293"/>
                  <a:pt x="4814568" y="604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Tải Logo Trường Đại Học Văn Lang Miễn Phí File AI, SVG, PNG, EPS">
            <a:extLst>
              <a:ext uri="{FF2B5EF4-FFF2-40B4-BE49-F238E27FC236}">
                <a16:creationId xmlns:a16="http://schemas.microsoft.com/office/drawing/2014/main" id="{1E0F174F-1FCC-BDD9-30EC-DBE89A3F50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2306" y="133176"/>
            <a:ext cx="989992" cy="1131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5B4C650-129F-E005-A8AA-CD4D29E2F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05D83-4CC4-40E5-ABBE-915EF2813888}" type="slidenum">
              <a:rPr lang="en-US" smtClean="0"/>
              <a:t>14</a:t>
            </a:fld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337F3CF-3FDE-AE82-34EE-CC87E0CFE465}"/>
              </a:ext>
            </a:extLst>
          </p:cNvPr>
          <p:cNvSpPr/>
          <p:nvPr/>
        </p:nvSpPr>
        <p:spPr>
          <a:xfrm>
            <a:off x="-3048" y="-1"/>
            <a:ext cx="5365623" cy="914400"/>
          </a:xfrm>
          <a:prstGeom prst="rect">
            <a:avLst/>
          </a:prstGeom>
          <a:solidFill>
            <a:srgbClr val="D720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457200" tIns="0" rIns="0" bIns="0" rtlCol="0" anchor="ctr" anchorCtr="0"/>
          <a:lstStyle/>
          <a:p>
            <a:r>
              <a:rPr 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IV. Process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FC3724C5-7B59-AB6D-93F4-33FEA5BEA48E}"/>
              </a:ext>
            </a:extLst>
          </p:cNvPr>
          <p:cNvSpPr/>
          <p:nvPr/>
        </p:nvSpPr>
        <p:spPr>
          <a:xfrm>
            <a:off x="4810125" y="-2"/>
            <a:ext cx="1104900" cy="914399"/>
          </a:xfrm>
          <a:prstGeom prst="ellipse">
            <a:avLst/>
          </a:prstGeom>
          <a:solidFill>
            <a:srgbClr val="D720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4828F6-4BBE-C8C9-C1DB-301378AC1E47}"/>
              </a:ext>
            </a:extLst>
          </p:cNvPr>
          <p:cNvSpPr txBox="1"/>
          <p:nvPr/>
        </p:nvSpPr>
        <p:spPr>
          <a:xfrm>
            <a:off x="1100138" y="1497112"/>
            <a:ext cx="914400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Agile Scrum with milestone-based quality gates</a:t>
            </a:r>
          </a:p>
          <a:p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10 sprints × 2 weeks</a:t>
            </a:r>
          </a:p>
          <a:p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Major phases:</a:t>
            </a: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Planning</a:t>
            </a: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Analysis and scenario design</a:t>
            </a: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Architecture and implementation</a:t>
            </a: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Integration, QA, and balancing</a:t>
            </a: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Evaluation and finalization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6BED978-415D-FD51-6CAF-FDD83D2A15E8}"/>
              </a:ext>
            </a:extLst>
          </p:cNvPr>
          <p:cNvSpPr/>
          <p:nvPr/>
        </p:nvSpPr>
        <p:spPr>
          <a:xfrm>
            <a:off x="-3048" y="977156"/>
            <a:ext cx="4594098" cy="457198"/>
          </a:xfrm>
          <a:prstGeom prst="rect">
            <a:avLst/>
          </a:prstGeom>
          <a:solidFill>
            <a:srgbClr val="D720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457200" tIns="0" rIns="0" bIns="0" rtlCol="0" anchor="ctr" anchorCtr="0"/>
          <a:lstStyle/>
          <a:p>
            <a:r>
              <a:rPr lang="en-US" sz="2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Development Process and Timeline</a:t>
            </a:r>
            <a:endParaRPr lang="en-US" sz="20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73986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3E158C-71C3-DDD4-D18C-7887D61AC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ải Logo Trường Đại Học Văn Lang Miễn Phí File AI, SVG, PNG, EPS">
            <a:extLst>
              <a:ext uri="{FF2B5EF4-FFF2-40B4-BE49-F238E27FC236}">
                <a16:creationId xmlns:a16="http://schemas.microsoft.com/office/drawing/2014/main" id="{1EA52FEE-A4F7-F00F-52DF-5EDDBBDE76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151" r="-2" b="20691"/>
          <a:stretch>
            <a:fillRect/>
          </a:stretch>
        </p:blipFill>
        <p:spPr bwMode="auto">
          <a:xfrm>
            <a:off x="0" y="0"/>
            <a:ext cx="12192000" cy="6857999"/>
          </a:xfrm>
          <a:custGeom>
            <a:avLst/>
            <a:gdLst/>
            <a:ahLst/>
            <a:cxnLst/>
            <a:rect l="l" t="t" r="r" b="b"/>
            <a:pathLst>
              <a:path w="8500451" h="5783926">
                <a:moveTo>
                  <a:pt x="4814568" y="604"/>
                </a:moveTo>
                <a:cubicBezTo>
                  <a:pt x="5041344" y="3294"/>
                  <a:pt x="5267019" y="14348"/>
                  <a:pt x="5493575" y="21000"/>
                </a:cubicBezTo>
                <a:cubicBezTo>
                  <a:pt x="5987120" y="36130"/>
                  <a:pt x="6483273" y="35607"/>
                  <a:pt x="6977859" y="46564"/>
                </a:cubicBezTo>
                <a:cubicBezTo>
                  <a:pt x="7286195" y="53346"/>
                  <a:pt x="7590877" y="77867"/>
                  <a:pt x="7880953" y="154038"/>
                </a:cubicBezTo>
                <a:cubicBezTo>
                  <a:pt x="7921646" y="164993"/>
                  <a:pt x="7967557" y="167081"/>
                  <a:pt x="7998861" y="193166"/>
                </a:cubicBezTo>
                <a:cubicBezTo>
                  <a:pt x="8033815" y="222382"/>
                  <a:pt x="8019729" y="265163"/>
                  <a:pt x="7968600" y="273511"/>
                </a:cubicBezTo>
                <a:cubicBezTo>
                  <a:pt x="7903386" y="284466"/>
                  <a:pt x="7836607" y="287597"/>
                  <a:pt x="7764609" y="294901"/>
                </a:cubicBezTo>
                <a:cubicBezTo>
                  <a:pt x="7792260" y="335073"/>
                  <a:pt x="7859040" y="304814"/>
                  <a:pt x="7876257" y="354899"/>
                </a:cubicBezTo>
                <a:cubicBezTo>
                  <a:pt x="7799043" y="389332"/>
                  <a:pt x="7705656" y="366898"/>
                  <a:pt x="7631049" y="400810"/>
                </a:cubicBezTo>
                <a:cubicBezTo>
                  <a:pt x="7633137" y="424287"/>
                  <a:pt x="7649831" y="426374"/>
                  <a:pt x="7663396" y="432635"/>
                </a:cubicBezTo>
                <a:cubicBezTo>
                  <a:pt x="7676961" y="438373"/>
                  <a:pt x="7710871" y="430026"/>
                  <a:pt x="7696264" y="462894"/>
                </a:cubicBezTo>
                <a:cubicBezTo>
                  <a:pt x="7541315" y="482719"/>
                  <a:pt x="7393147" y="550021"/>
                  <a:pt x="7229849" y="540630"/>
                </a:cubicBezTo>
                <a:cubicBezTo>
                  <a:pt x="7431755" y="558890"/>
                  <a:pt x="7602355" y="633496"/>
                  <a:pt x="7780782" y="683059"/>
                </a:cubicBezTo>
                <a:cubicBezTo>
                  <a:pt x="7773479" y="741491"/>
                  <a:pt x="7701483" y="718014"/>
                  <a:pt x="7680613" y="759751"/>
                </a:cubicBezTo>
                <a:cubicBezTo>
                  <a:pt x="7794869" y="788967"/>
                  <a:pt x="7904429" y="823401"/>
                  <a:pt x="7998861" y="880789"/>
                </a:cubicBezTo>
                <a:cubicBezTo>
                  <a:pt x="8083901" y="932439"/>
                  <a:pt x="8164765" y="989306"/>
                  <a:pt x="8257111" y="1031566"/>
                </a:cubicBezTo>
                <a:cubicBezTo>
                  <a:pt x="8354150" y="1075912"/>
                  <a:pt x="8413103" y="1132779"/>
                  <a:pt x="8402148" y="1229819"/>
                </a:cubicBezTo>
                <a:cubicBezTo>
                  <a:pt x="8397452" y="1269468"/>
                  <a:pt x="8409973" y="1302859"/>
                  <a:pt x="8453275" y="1318510"/>
                </a:cubicBezTo>
                <a:cubicBezTo>
                  <a:pt x="8507013" y="1337814"/>
                  <a:pt x="8501275" y="1367029"/>
                  <a:pt x="8499187" y="1411897"/>
                </a:cubicBezTo>
                <a:cubicBezTo>
                  <a:pt x="8496056" y="1465634"/>
                  <a:pt x="8468406" y="1486504"/>
                  <a:pt x="8419885" y="1504764"/>
                </a:cubicBezTo>
                <a:cubicBezTo>
                  <a:pt x="8350497" y="1530327"/>
                  <a:pt x="8349975" y="1569978"/>
                  <a:pt x="8368237" y="1617454"/>
                </a:cubicBezTo>
                <a:cubicBezTo>
                  <a:pt x="8378149" y="1643540"/>
                  <a:pt x="8393278" y="1664409"/>
                  <a:pt x="8415713" y="1683712"/>
                </a:cubicBezTo>
                <a:cubicBezTo>
                  <a:pt x="8493448" y="1751014"/>
                  <a:pt x="8492927" y="1752056"/>
                  <a:pt x="8416755" y="1831880"/>
                </a:cubicBezTo>
                <a:cubicBezTo>
                  <a:pt x="8396408" y="1853269"/>
                  <a:pt x="8374496" y="1867356"/>
                  <a:pt x="8383888" y="1901790"/>
                </a:cubicBezTo>
                <a:cubicBezTo>
                  <a:pt x="8415713" y="2016046"/>
                  <a:pt x="8411538" y="2016046"/>
                  <a:pt x="8283717" y="2053609"/>
                </a:cubicBezTo>
                <a:cubicBezTo>
                  <a:pt x="8254501" y="2062479"/>
                  <a:pt x="8215373" y="2054653"/>
                  <a:pt x="8198678" y="2087521"/>
                </a:cubicBezTo>
                <a:cubicBezTo>
                  <a:pt x="8209113" y="2111521"/>
                  <a:pt x="8184591" y="2690625"/>
                  <a:pt x="8207547" y="2700017"/>
                </a:cubicBezTo>
                <a:cubicBezTo>
                  <a:pt x="8387017" y="2773578"/>
                  <a:pt x="8409451" y="2860184"/>
                  <a:pt x="8269632" y="2996352"/>
                </a:cubicBezTo>
                <a:cubicBezTo>
                  <a:pt x="8175722" y="3087653"/>
                  <a:pt x="8186677" y="3236864"/>
                  <a:pt x="8225807" y="3330251"/>
                </a:cubicBezTo>
                <a:cubicBezTo>
                  <a:pt x="8373452" y="3371467"/>
                  <a:pt x="8341107" y="3481027"/>
                  <a:pt x="8370845" y="3577023"/>
                </a:cubicBezTo>
                <a:cubicBezTo>
                  <a:pt x="8392757" y="3649020"/>
                  <a:pt x="8306673" y="3639107"/>
                  <a:pt x="8310847" y="3671976"/>
                </a:cubicBezTo>
                <a:cubicBezTo>
                  <a:pt x="8365105" y="3711626"/>
                  <a:pt x="8437624" y="3724148"/>
                  <a:pt x="8479884" y="3778406"/>
                </a:cubicBezTo>
                <a:cubicBezTo>
                  <a:pt x="8403713" y="3818056"/>
                  <a:pt x="8365105" y="3873880"/>
                  <a:pt x="8322845" y="3929703"/>
                </a:cubicBezTo>
                <a:cubicBezTo>
                  <a:pt x="8254501" y="4020482"/>
                  <a:pt x="8161635" y="4097174"/>
                  <a:pt x="8063031" y="4166563"/>
                </a:cubicBezTo>
                <a:cubicBezTo>
                  <a:pt x="8012947" y="4649674"/>
                  <a:pt x="7851215" y="5156783"/>
                  <a:pt x="7833475" y="5181825"/>
                </a:cubicBezTo>
                <a:cubicBezTo>
                  <a:pt x="7760436" y="5174520"/>
                  <a:pt x="7618528" y="5466682"/>
                  <a:pt x="7495403" y="5493812"/>
                </a:cubicBezTo>
                <a:cubicBezTo>
                  <a:pt x="7366017" y="5523550"/>
                  <a:pt x="5441925" y="5797973"/>
                  <a:pt x="5148199" y="5783364"/>
                </a:cubicBezTo>
                <a:cubicBezTo>
                  <a:pt x="3551743" y="5705628"/>
                  <a:pt x="3505310" y="5598155"/>
                  <a:pt x="3505310" y="5598155"/>
                </a:cubicBezTo>
                <a:cubicBezTo>
                  <a:pt x="3505310" y="5598155"/>
                  <a:pt x="3596089" y="5571548"/>
                  <a:pt x="3675390" y="5541287"/>
                </a:cubicBezTo>
                <a:cubicBezTo>
                  <a:pt x="3627392" y="5542853"/>
                  <a:pt x="3579395" y="5543896"/>
                  <a:pt x="3531919" y="5542331"/>
                </a:cubicBezTo>
                <a:cubicBezTo>
                  <a:pt x="3164108" y="5531375"/>
                  <a:pt x="3500093" y="5511028"/>
                  <a:pt x="3138022" y="5469291"/>
                </a:cubicBezTo>
                <a:cubicBezTo>
                  <a:pt x="2527092" y="5398860"/>
                  <a:pt x="2618913" y="5380598"/>
                  <a:pt x="2058068" y="5181825"/>
                </a:cubicBezTo>
                <a:cubicBezTo>
                  <a:pt x="2008504" y="5164086"/>
                  <a:pt x="1660519" y="5056613"/>
                  <a:pt x="1447659" y="5044613"/>
                </a:cubicBezTo>
                <a:cubicBezTo>
                  <a:pt x="1391313" y="5041483"/>
                  <a:pt x="1329751" y="5042527"/>
                  <a:pt x="1281230" y="4977311"/>
                </a:cubicBezTo>
                <a:cubicBezTo>
                  <a:pt x="1429920" y="4979399"/>
                  <a:pt x="1557741" y="4979399"/>
                  <a:pt x="1696518" y="4945487"/>
                </a:cubicBezTo>
                <a:cubicBezTo>
                  <a:pt x="1622434" y="4898532"/>
                  <a:pt x="1537394" y="4938705"/>
                  <a:pt x="1478440" y="4905836"/>
                </a:cubicBezTo>
                <a:cubicBezTo>
                  <a:pt x="1423138" y="4875577"/>
                  <a:pt x="1375140" y="4871404"/>
                  <a:pt x="1318795" y="4919401"/>
                </a:cubicBezTo>
                <a:cubicBezTo>
                  <a:pt x="1289578" y="4944443"/>
                  <a:pt x="1237928" y="4939747"/>
                  <a:pt x="1208190" y="4925140"/>
                </a:cubicBezTo>
                <a:cubicBezTo>
                  <a:pt x="1049066" y="4846360"/>
                  <a:pt x="1052718" y="4847404"/>
                  <a:pt x="875857" y="4867751"/>
                </a:cubicBezTo>
                <a:cubicBezTo>
                  <a:pt x="763166" y="4880272"/>
                  <a:pt x="648388" y="4902706"/>
                  <a:pt x="545088" y="4889141"/>
                </a:cubicBezTo>
                <a:cubicBezTo>
                  <a:pt x="532045" y="4859403"/>
                  <a:pt x="543522" y="4845839"/>
                  <a:pt x="558131" y="4841666"/>
                </a:cubicBezTo>
                <a:cubicBezTo>
                  <a:pt x="796034" y="4776973"/>
                  <a:pt x="840379" y="4702889"/>
                  <a:pt x="1081413" y="4662717"/>
                </a:cubicBezTo>
                <a:cubicBezTo>
                  <a:pt x="1099151" y="4617327"/>
                  <a:pt x="1011503" y="4609500"/>
                  <a:pt x="1052718" y="4564633"/>
                </a:cubicBezTo>
                <a:cubicBezTo>
                  <a:pt x="1127846" y="4529678"/>
                  <a:pt x="1216016" y="4570894"/>
                  <a:pt x="1290622" y="4525505"/>
                </a:cubicBezTo>
                <a:cubicBezTo>
                  <a:pt x="1277579" y="4493158"/>
                  <a:pt x="1214972" y="4516636"/>
                  <a:pt x="1217581" y="4482202"/>
                </a:cubicBezTo>
                <a:cubicBezTo>
                  <a:pt x="1220712" y="4442552"/>
                  <a:pt x="1264536" y="4448813"/>
                  <a:pt x="1294796" y="4451421"/>
                </a:cubicBezTo>
                <a:cubicBezTo>
                  <a:pt x="1441398" y="4464985"/>
                  <a:pt x="1568696" y="4390902"/>
                  <a:pt x="1709040" y="4365860"/>
                </a:cubicBezTo>
                <a:cubicBezTo>
                  <a:pt x="1559306" y="4303253"/>
                  <a:pt x="686474" y="4353338"/>
                  <a:pt x="530479" y="4334034"/>
                </a:cubicBezTo>
                <a:cubicBezTo>
                  <a:pt x="367182" y="4314210"/>
                  <a:pt x="107367" y="4261516"/>
                  <a:pt x="174146" y="4244821"/>
                </a:cubicBezTo>
                <a:cubicBezTo>
                  <a:pt x="249796" y="4225518"/>
                  <a:pt x="519524" y="3996484"/>
                  <a:pt x="596216" y="3986050"/>
                </a:cubicBezTo>
                <a:cubicBezTo>
                  <a:pt x="685430" y="3974050"/>
                  <a:pt x="703169" y="3957876"/>
                  <a:pt x="820554" y="3875967"/>
                </a:cubicBezTo>
                <a:cubicBezTo>
                  <a:pt x="897769" y="3822230"/>
                  <a:pt x="576391" y="3939094"/>
                  <a:pt x="451179" y="3901009"/>
                </a:cubicBezTo>
                <a:cubicBezTo>
                  <a:pt x="405268" y="3886923"/>
                  <a:pt x="729255" y="3738233"/>
                  <a:pt x="729255" y="3711105"/>
                </a:cubicBezTo>
                <a:cubicBezTo>
                  <a:pt x="729255" y="3682409"/>
                  <a:pt x="700038" y="3676150"/>
                  <a:pt x="672387" y="3676150"/>
                </a:cubicBezTo>
                <a:cubicBezTo>
                  <a:pt x="610824" y="3676150"/>
                  <a:pt x="629606" y="3651106"/>
                  <a:pt x="568043" y="3652673"/>
                </a:cubicBezTo>
                <a:cubicBezTo>
                  <a:pt x="748558" y="3580154"/>
                  <a:pt x="860205" y="3599458"/>
                  <a:pt x="1038632" y="3533198"/>
                </a:cubicBezTo>
                <a:cubicBezTo>
                  <a:pt x="1125760" y="3500852"/>
                  <a:pt x="817425" y="3393378"/>
                  <a:pt x="907160" y="3365206"/>
                </a:cubicBezTo>
                <a:cubicBezTo>
                  <a:pt x="941071" y="3354249"/>
                  <a:pt x="986461" y="3365727"/>
                  <a:pt x="1009938" y="3327120"/>
                </a:cubicBezTo>
                <a:cubicBezTo>
                  <a:pt x="972897" y="3296340"/>
                  <a:pt x="923855" y="3309904"/>
                  <a:pt x="886812" y="3322425"/>
                </a:cubicBezTo>
                <a:cubicBezTo>
                  <a:pt x="792381" y="3354772"/>
                  <a:pt x="799165" y="3346946"/>
                  <a:pt x="789773" y="3322947"/>
                </a:cubicBezTo>
                <a:cubicBezTo>
                  <a:pt x="758993" y="3241037"/>
                  <a:pt x="682822" y="3267123"/>
                  <a:pt x="615520" y="3280688"/>
                </a:cubicBezTo>
                <a:cubicBezTo>
                  <a:pt x="412050" y="3321382"/>
                  <a:pt x="205972" y="3309904"/>
                  <a:pt x="3023" y="3351641"/>
                </a:cubicBezTo>
                <a:cubicBezTo>
                  <a:pt x="-18888" y="3356337"/>
                  <a:pt x="83890" y="3262949"/>
                  <a:pt x="132409" y="3251993"/>
                </a:cubicBezTo>
                <a:cubicBezTo>
                  <a:pt x="185103" y="3240516"/>
                  <a:pt x="249796" y="3248863"/>
                  <a:pt x="287360" y="3195127"/>
                </a:cubicBezTo>
                <a:cubicBezTo>
                  <a:pt x="220579" y="3181561"/>
                  <a:pt x="144410" y="3207647"/>
                  <a:pt x="78150" y="3164866"/>
                </a:cubicBezTo>
                <a:cubicBezTo>
                  <a:pt x="225276" y="3105913"/>
                  <a:pt x="371878" y="3107999"/>
                  <a:pt x="498655" y="3069914"/>
                </a:cubicBezTo>
                <a:cubicBezTo>
                  <a:pt x="510133" y="2999483"/>
                  <a:pt x="426658" y="3025046"/>
                  <a:pt x="396399" y="2984874"/>
                </a:cubicBezTo>
                <a:cubicBezTo>
                  <a:pt x="1351140" y="2916007"/>
                  <a:pt x="817946" y="2712537"/>
                  <a:pt x="658822" y="2601411"/>
                </a:cubicBezTo>
                <a:cubicBezTo>
                  <a:pt x="605607" y="2564370"/>
                  <a:pt x="1164888" y="2388551"/>
                  <a:pt x="1183148" y="2383856"/>
                </a:cubicBezTo>
                <a:cubicBezTo>
                  <a:pt x="1229581" y="2372900"/>
                  <a:pt x="1413747" y="2380725"/>
                  <a:pt x="1451311" y="2366639"/>
                </a:cubicBezTo>
                <a:cubicBezTo>
                  <a:pt x="1499309" y="2348901"/>
                  <a:pt x="1340706" y="2318120"/>
                  <a:pt x="1376184" y="2296729"/>
                </a:cubicBezTo>
                <a:cubicBezTo>
                  <a:pt x="1625043" y="2145953"/>
                  <a:pt x="1642780" y="1919006"/>
                  <a:pt x="1572870" y="1902834"/>
                </a:cubicBezTo>
                <a:cubicBezTo>
                  <a:pt x="1500353" y="1886138"/>
                  <a:pt x="1429399" y="1899181"/>
                  <a:pt x="1362097" y="1926311"/>
                </a:cubicBezTo>
                <a:cubicBezTo>
                  <a:pt x="1252536" y="1970656"/>
                  <a:pt x="493960" y="1907528"/>
                  <a:pt x="281620" y="1943006"/>
                </a:cubicBezTo>
                <a:cubicBezTo>
                  <a:pt x="249274" y="1948223"/>
                  <a:pt x="205451" y="1971700"/>
                  <a:pt x="174669" y="1927876"/>
                </a:cubicBezTo>
                <a:cubicBezTo>
                  <a:pt x="393269" y="1785969"/>
                  <a:pt x="673952" y="1826663"/>
                  <a:pt x="918115" y="1730145"/>
                </a:cubicBezTo>
                <a:cubicBezTo>
                  <a:pt x="822119" y="1663886"/>
                  <a:pt x="724558" y="1667017"/>
                  <a:pt x="624389" y="1676929"/>
                </a:cubicBezTo>
                <a:cubicBezTo>
                  <a:pt x="598304" y="1679538"/>
                  <a:pt x="562826" y="1683190"/>
                  <a:pt x="556565" y="1655539"/>
                </a:cubicBezTo>
                <a:cubicBezTo>
                  <a:pt x="548739" y="1620584"/>
                  <a:pt x="590999" y="1614323"/>
                  <a:pt x="618650" y="1600237"/>
                </a:cubicBezTo>
                <a:cubicBezTo>
                  <a:pt x="660909" y="1578325"/>
                  <a:pt x="723515" y="1604410"/>
                  <a:pt x="775165" y="1544413"/>
                </a:cubicBezTo>
                <a:cubicBezTo>
                  <a:pt x="618650" y="1558500"/>
                  <a:pt x="486656" y="1583021"/>
                  <a:pt x="348401" y="1624758"/>
                </a:cubicBezTo>
                <a:cubicBezTo>
                  <a:pt x="360400" y="1587717"/>
                  <a:pt x="402137" y="1570499"/>
                  <a:pt x="378660" y="1539719"/>
                </a:cubicBezTo>
                <a:cubicBezTo>
                  <a:pt x="360922" y="1516763"/>
                  <a:pt x="310316" y="1505806"/>
                  <a:pt x="336402" y="1463025"/>
                </a:cubicBezTo>
                <a:cubicBezTo>
                  <a:pt x="409963" y="1417636"/>
                  <a:pt x="514307" y="1429636"/>
                  <a:pt x="576913" y="1364421"/>
                </a:cubicBezTo>
                <a:cubicBezTo>
                  <a:pt x="665605" y="1271556"/>
                  <a:pt x="803338" y="1239731"/>
                  <a:pt x="911856" y="1171908"/>
                </a:cubicBezTo>
                <a:cubicBezTo>
                  <a:pt x="947853" y="1149995"/>
                  <a:pt x="1184192" y="1073303"/>
                  <a:pt x="1247841" y="1048782"/>
                </a:cubicBezTo>
                <a:cubicBezTo>
                  <a:pt x="1336532" y="1014349"/>
                  <a:pt x="1437746" y="1002349"/>
                  <a:pt x="1524872" y="939221"/>
                </a:cubicBezTo>
                <a:cubicBezTo>
                  <a:pt x="1439310" y="926178"/>
                  <a:pt x="1369923" y="985133"/>
                  <a:pt x="1267145" y="956439"/>
                </a:cubicBezTo>
                <a:cubicBezTo>
                  <a:pt x="1429920" y="895398"/>
                  <a:pt x="1579131" y="867746"/>
                  <a:pt x="1697039" y="783749"/>
                </a:cubicBezTo>
                <a:cubicBezTo>
                  <a:pt x="1711648" y="773315"/>
                  <a:pt x="1740342" y="776446"/>
                  <a:pt x="1762255" y="772794"/>
                </a:cubicBezTo>
                <a:cubicBezTo>
                  <a:pt x="1992852" y="735752"/>
                  <a:pt x="2224495" y="704449"/>
                  <a:pt x="2452486" y="650712"/>
                </a:cubicBezTo>
                <a:cubicBezTo>
                  <a:pt x="2504136" y="638191"/>
                  <a:pt x="2595436" y="635061"/>
                  <a:pt x="2586045" y="590193"/>
                </a:cubicBezTo>
                <a:cubicBezTo>
                  <a:pt x="2571959" y="522891"/>
                  <a:pt x="2486919" y="570889"/>
                  <a:pt x="2432138" y="577150"/>
                </a:cubicBezTo>
                <a:cubicBezTo>
                  <a:pt x="2262059" y="597497"/>
                  <a:pt x="2091979" y="632974"/>
                  <a:pt x="1919291" y="613149"/>
                </a:cubicBezTo>
                <a:cubicBezTo>
                  <a:pt x="2035633" y="588107"/>
                  <a:pt x="2151455" y="562542"/>
                  <a:pt x="2267799" y="537499"/>
                </a:cubicBezTo>
                <a:cubicBezTo>
                  <a:pt x="2134238" y="546368"/>
                  <a:pt x="2017896" y="487936"/>
                  <a:pt x="1887988" y="514022"/>
                </a:cubicBezTo>
                <a:cubicBezTo>
                  <a:pt x="1846250" y="522370"/>
                  <a:pt x="1802427" y="495762"/>
                  <a:pt x="1798252" y="454546"/>
                </a:cubicBezTo>
                <a:cubicBezTo>
                  <a:pt x="1793557" y="421678"/>
                  <a:pt x="1832686" y="407071"/>
                  <a:pt x="1862424" y="396636"/>
                </a:cubicBezTo>
                <a:cubicBezTo>
                  <a:pt x="1938595" y="370028"/>
                  <a:pt x="1999113" y="291250"/>
                  <a:pt x="2096675" y="332987"/>
                </a:cubicBezTo>
                <a:cubicBezTo>
                  <a:pt x="2158237" y="267250"/>
                  <a:pt x="2256320" y="256816"/>
                  <a:pt x="2335621" y="239600"/>
                </a:cubicBezTo>
                <a:cubicBezTo>
                  <a:pt x="2588654" y="185341"/>
                  <a:pt x="2845338" y="143081"/>
                  <a:pt x="3102023" y="107082"/>
                </a:cubicBezTo>
                <a:cubicBezTo>
                  <a:pt x="3270538" y="83605"/>
                  <a:pt x="3444270" y="93518"/>
                  <a:pt x="3611219" y="63780"/>
                </a:cubicBezTo>
                <a:cubicBezTo>
                  <a:pt x="3937814" y="5869"/>
                  <a:pt x="4262322" y="7436"/>
                  <a:pt x="4587352" y="1175"/>
                </a:cubicBezTo>
                <a:cubicBezTo>
                  <a:pt x="4663262" y="-260"/>
                  <a:pt x="4738976" y="-293"/>
                  <a:pt x="4814568" y="604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Tải Logo Trường Đại Học Văn Lang Miễn Phí File AI, SVG, PNG, EPS">
            <a:extLst>
              <a:ext uri="{FF2B5EF4-FFF2-40B4-BE49-F238E27FC236}">
                <a16:creationId xmlns:a16="http://schemas.microsoft.com/office/drawing/2014/main" id="{D21FB0EF-C4BB-C466-B70F-DA79C7BB1B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2306" y="133176"/>
            <a:ext cx="989992" cy="1131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AD7E329-8A64-2141-EC52-C15E1D2A7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05D83-4CC4-40E5-ABBE-915EF2813888}" type="slidenum">
              <a:rPr lang="en-US" smtClean="0"/>
              <a:t>15</a:t>
            </a:fld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3DBCDE6-13AA-8017-5223-BB709AA5443F}"/>
              </a:ext>
            </a:extLst>
          </p:cNvPr>
          <p:cNvSpPr/>
          <p:nvPr/>
        </p:nvSpPr>
        <p:spPr>
          <a:xfrm>
            <a:off x="-3048" y="-1"/>
            <a:ext cx="5365623" cy="914400"/>
          </a:xfrm>
          <a:prstGeom prst="rect">
            <a:avLst/>
          </a:prstGeom>
          <a:solidFill>
            <a:srgbClr val="D720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457200" tIns="0" rIns="0" bIns="0" rtlCol="0" anchor="ctr" anchorCtr="0"/>
          <a:lstStyle/>
          <a:p>
            <a:r>
              <a:rPr 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IV. Process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7497ED65-BD1E-5CA8-8440-3F3A084A3C14}"/>
              </a:ext>
            </a:extLst>
          </p:cNvPr>
          <p:cNvSpPr/>
          <p:nvPr/>
        </p:nvSpPr>
        <p:spPr>
          <a:xfrm>
            <a:off x="4810125" y="-2"/>
            <a:ext cx="1104900" cy="914399"/>
          </a:xfrm>
          <a:prstGeom prst="ellipse">
            <a:avLst/>
          </a:prstGeom>
          <a:solidFill>
            <a:srgbClr val="D720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87CF6D6-1465-0EB1-14EF-C4994066F383}"/>
              </a:ext>
            </a:extLst>
          </p:cNvPr>
          <p:cNvSpPr/>
          <p:nvPr/>
        </p:nvSpPr>
        <p:spPr>
          <a:xfrm>
            <a:off x="-3048" y="977156"/>
            <a:ext cx="4594098" cy="457198"/>
          </a:xfrm>
          <a:prstGeom prst="rect">
            <a:avLst/>
          </a:prstGeom>
          <a:solidFill>
            <a:srgbClr val="D720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457200" tIns="0" rIns="0" bIns="0" rtlCol="0" anchor="ctr" anchorCtr="0"/>
          <a:lstStyle/>
          <a:p>
            <a:r>
              <a:rPr lang="en-US" sz="2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Development Process and Timeline</a:t>
            </a:r>
            <a:endParaRPr lang="en-US" sz="20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4" name="Picture 2" descr="The Agile Development Process for Mobile Apps | Krasamo">
            <a:extLst>
              <a:ext uri="{FF2B5EF4-FFF2-40B4-BE49-F238E27FC236}">
                <a16:creationId xmlns:a16="http://schemas.microsoft.com/office/drawing/2014/main" id="{0B59974A-60C8-32B3-6C5B-7D3435011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8865" y="2049943"/>
            <a:ext cx="7132320" cy="39562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793535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821727-9E0D-7A85-BD62-C750B443F7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BA375919-2AC7-8A73-F3A9-C570F45C3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Tải Logo Trường Đại Học Văn Lang Miễn Phí File AI, SVG, PNG, EPS">
            <a:extLst>
              <a:ext uri="{FF2B5EF4-FFF2-40B4-BE49-F238E27FC236}">
                <a16:creationId xmlns:a16="http://schemas.microsoft.com/office/drawing/2014/main" id="{A34738BD-3FE4-DE28-10C6-AD2BE30895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151" r="-2" b="20691"/>
          <a:stretch>
            <a:fillRect/>
          </a:stretch>
        </p:blipFill>
        <p:spPr bwMode="auto">
          <a:xfrm>
            <a:off x="-3048" y="1"/>
            <a:ext cx="12192000" cy="6857999"/>
          </a:xfrm>
          <a:custGeom>
            <a:avLst/>
            <a:gdLst/>
            <a:ahLst/>
            <a:cxnLst/>
            <a:rect l="l" t="t" r="r" b="b"/>
            <a:pathLst>
              <a:path w="8500451" h="5783926">
                <a:moveTo>
                  <a:pt x="4814568" y="604"/>
                </a:moveTo>
                <a:cubicBezTo>
                  <a:pt x="5041344" y="3294"/>
                  <a:pt x="5267019" y="14348"/>
                  <a:pt x="5493575" y="21000"/>
                </a:cubicBezTo>
                <a:cubicBezTo>
                  <a:pt x="5987120" y="36130"/>
                  <a:pt x="6483273" y="35607"/>
                  <a:pt x="6977859" y="46564"/>
                </a:cubicBezTo>
                <a:cubicBezTo>
                  <a:pt x="7286195" y="53346"/>
                  <a:pt x="7590877" y="77867"/>
                  <a:pt x="7880953" y="154038"/>
                </a:cubicBezTo>
                <a:cubicBezTo>
                  <a:pt x="7921646" y="164993"/>
                  <a:pt x="7967557" y="167081"/>
                  <a:pt x="7998861" y="193166"/>
                </a:cubicBezTo>
                <a:cubicBezTo>
                  <a:pt x="8033815" y="222382"/>
                  <a:pt x="8019729" y="265163"/>
                  <a:pt x="7968600" y="273511"/>
                </a:cubicBezTo>
                <a:cubicBezTo>
                  <a:pt x="7903386" y="284466"/>
                  <a:pt x="7836607" y="287597"/>
                  <a:pt x="7764609" y="294901"/>
                </a:cubicBezTo>
                <a:cubicBezTo>
                  <a:pt x="7792260" y="335073"/>
                  <a:pt x="7859040" y="304814"/>
                  <a:pt x="7876257" y="354899"/>
                </a:cubicBezTo>
                <a:cubicBezTo>
                  <a:pt x="7799043" y="389332"/>
                  <a:pt x="7705656" y="366898"/>
                  <a:pt x="7631049" y="400810"/>
                </a:cubicBezTo>
                <a:cubicBezTo>
                  <a:pt x="7633137" y="424287"/>
                  <a:pt x="7649831" y="426374"/>
                  <a:pt x="7663396" y="432635"/>
                </a:cubicBezTo>
                <a:cubicBezTo>
                  <a:pt x="7676961" y="438373"/>
                  <a:pt x="7710871" y="430026"/>
                  <a:pt x="7696264" y="462894"/>
                </a:cubicBezTo>
                <a:cubicBezTo>
                  <a:pt x="7541315" y="482719"/>
                  <a:pt x="7393147" y="550021"/>
                  <a:pt x="7229849" y="540630"/>
                </a:cubicBezTo>
                <a:cubicBezTo>
                  <a:pt x="7431755" y="558890"/>
                  <a:pt x="7602355" y="633496"/>
                  <a:pt x="7780782" y="683059"/>
                </a:cubicBezTo>
                <a:cubicBezTo>
                  <a:pt x="7773479" y="741491"/>
                  <a:pt x="7701483" y="718014"/>
                  <a:pt x="7680613" y="759751"/>
                </a:cubicBezTo>
                <a:cubicBezTo>
                  <a:pt x="7794869" y="788967"/>
                  <a:pt x="7904429" y="823401"/>
                  <a:pt x="7998861" y="880789"/>
                </a:cubicBezTo>
                <a:cubicBezTo>
                  <a:pt x="8083901" y="932439"/>
                  <a:pt x="8164765" y="989306"/>
                  <a:pt x="8257111" y="1031566"/>
                </a:cubicBezTo>
                <a:cubicBezTo>
                  <a:pt x="8354150" y="1075912"/>
                  <a:pt x="8413103" y="1132779"/>
                  <a:pt x="8402148" y="1229819"/>
                </a:cubicBezTo>
                <a:cubicBezTo>
                  <a:pt x="8397452" y="1269468"/>
                  <a:pt x="8409973" y="1302859"/>
                  <a:pt x="8453275" y="1318510"/>
                </a:cubicBezTo>
                <a:cubicBezTo>
                  <a:pt x="8507013" y="1337814"/>
                  <a:pt x="8501275" y="1367029"/>
                  <a:pt x="8499187" y="1411897"/>
                </a:cubicBezTo>
                <a:cubicBezTo>
                  <a:pt x="8496056" y="1465634"/>
                  <a:pt x="8468406" y="1486504"/>
                  <a:pt x="8419885" y="1504764"/>
                </a:cubicBezTo>
                <a:cubicBezTo>
                  <a:pt x="8350497" y="1530327"/>
                  <a:pt x="8349975" y="1569978"/>
                  <a:pt x="8368237" y="1617454"/>
                </a:cubicBezTo>
                <a:cubicBezTo>
                  <a:pt x="8378149" y="1643540"/>
                  <a:pt x="8393278" y="1664409"/>
                  <a:pt x="8415713" y="1683712"/>
                </a:cubicBezTo>
                <a:cubicBezTo>
                  <a:pt x="8493448" y="1751014"/>
                  <a:pt x="8492927" y="1752056"/>
                  <a:pt x="8416755" y="1831880"/>
                </a:cubicBezTo>
                <a:cubicBezTo>
                  <a:pt x="8396408" y="1853269"/>
                  <a:pt x="8374496" y="1867356"/>
                  <a:pt x="8383888" y="1901790"/>
                </a:cubicBezTo>
                <a:cubicBezTo>
                  <a:pt x="8415713" y="2016046"/>
                  <a:pt x="8411538" y="2016046"/>
                  <a:pt x="8283717" y="2053609"/>
                </a:cubicBezTo>
                <a:cubicBezTo>
                  <a:pt x="8254501" y="2062479"/>
                  <a:pt x="8215373" y="2054653"/>
                  <a:pt x="8198678" y="2087521"/>
                </a:cubicBezTo>
                <a:cubicBezTo>
                  <a:pt x="8209113" y="2111521"/>
                  <a:pt x="8184591" y="2690625"/>
                  <a:pt x="8207547" y="2700017"/>
                </a:cubicBezTo>
                <a:cubicBezTo>
                  <a:pt x="8387017" y="2773578"/>
                  <a:pt x="8409451" y="2860184"/>
                  <a:pt x="8269632" y="2996352"/>
                </a:cubicBezTo>
                <a:cubicBezTo>
                  <a:pt x="8175722" y="3087653"/>
                  <a:pt x="8186677" y="3236864"/>
                  <a:pt x="8225807" y="3330251"/>
                </a:cubicBezTo>
                <a:cubicBezTo>
                  <a:pt x="8373452" y="3371467"/>
                  <a:pt x="8341107" y="3481027"/>
                  <a:pt x="8370845" y="3577023"/>
                </a:cubicBezTo>
                <a:cubicBezTo>
                  <a:pt x="8392757" y="3649020"/>
                  <a:pt x="8306673" y="3639107"/>
                  <a:pt x="8310847" y="3671976"/>
                </a:cubicBezTo>
                <a:cubicBezTo>
                  <a:pt x="8365105" y="3711626"/>
                  <a:pt x="8437624" y="3724148"/>
                  <a:pt x="8479884" y="3778406"/>
                </a:cubicBezTo>
                <a:cubicBezTo>
                  <a:pt x="8403713" y="3818056"/>
                  <a:pt x="8365105" y="3873880"/>
                  <a:pt x="8322845" y="3929703"/>
                </a:cubicBezTo>
                <a:cubicBezTo>
                  <a:pt x="8254501" y="4020482"/>
                  <a:pt x="8161635" y="4097174"/>
                  <a:pt x="8063031" y="4166563"/>
                </a:cubicBezTo>
                <a:cubicBezTo>
                  <a:pt x="8012947" y="4649674"/>
                  <a:pt x="7851215" y="5156783"/>
                  <a:pt x="7833475" y="5181825"/>
                </a:cubicBezTo>
                <a:cubicBezTo>
                  <a:pt x="7760436" y="5174520"/>
                  <a:pt x="7618528" y="5466682"/>
                  <a:pt x="7495403" y="5493812"/>
                </a:cubicBezTo>
                <a:cubicBezTo>
                  <a:pt x="7366017" y="5523550"/>
                  <a:pt x="5441925" y="5797973"/>
                  <a:pt x="5148199" y="5783364"/>
                </a:cubicBezTo>
                <a:cubicBezTo>
                  <a:pt x="3551743" y="5705628"/>
                  <a:pt x="3505310" y="5598155"/>
                  <a:pt x="3505310" y="5598155"/>
                </a:cubicBezTo>
                <a:cubicBezTo>
                  <a:pt x="3505310" y="5598155"/>
                  <a:pt x="3596089" y="5571548"/>
                  <a:pt x="3675390" y="5541287"/>
                </a:cubicBezTo>
                <a:cubicBezTo>
                  <a:pt x="3627392" y="5542853"/>
                  <a:pt x="3579395" y="5543896"/>
                  <a:pt x="3531919" y="5542331"/>
                </a:cubicBezTo>
                <a:cubicBezTo>
                  <a:pt x="3164108" y="5531375"/>
                  <a:pt x="3500093" y="5511028"/>
                  <a:pt x="3138022" y="5469291"/>
                </a:cubicBezTo>
                <a:cubicBezTo>
                  <a:pt x="2527092" y="5398860"/>
                  <a:pt x="2618913" y="5380598"/>
                  <a:pt x="2058068" y="5181825"/>
                </a:cubicBezTo>
                <a:cubicBezTo>
                  <a:pt x="2008504" y="5164086"/>
                  <a:pt x="1660519" y="5056613"/>
                  <a:pt x="1447659" y="5044613"/>
                </a:cubicBezTo>
                <a:cubicBezTo>
                  <a:pt x="1391313" y="5041483"/>
                  <a:pt x="1329751" y="5042527"/>
                  <a:pt x="1281230" y="4977311"/>
                </a:cubicBezTo>
                <a:cubicBezTo>
                  <a:pt x="1429920" y="4979399"/>
                  <a:pt x="1557741" y="4979399"/>
                  <a:pt x="1696518" y="4945487"/>
                </a:cubicBezTo>
                <a:cubicBezTo>
                  <a:pt x="1622434" y="4898532"/>
                  <a:pt x="1537394" y="4938705"/>
                  <a:pt x="1478440" y="4905836"/>
                </a:cubicBezTo>
                <a:cubicBezTo>
                  <a:pt x="1423138" y="4875577"/>
                  <a:pt x="1375140" y="4871404"/>
                  <a:pt x="1318795" y="4919401"/>
                </a:cubicBezTo>
                <a:cubicBezTo>
                  <a:pt x="1289578" y="4944443"/>
                  <a:pt x="1237928" y="4939747"/>
                  <a:pt x="1208190" y="4925140"/>
                </a:cubicBezTo>
                <a:cubicBezTo>
                  <a:pt x="1049066" y="4846360"/>
                  <a:pt x="1052718" y="4847404"/>
                  <a:pt x="875857" y="4867751"/>
                </a:cubicBezTo>
                <a:cubicBezTo>
                  <a:pt x="763166" y="4880272"/>
                  <a:pt x="648388" y="4902706"/>
                  <a:pt x="545088" y="4889141"/>
                </a:cubicBezTo>
                <a:cubicBezTo>
                  <a:pt x="532045" y="4859403"/>
                  <a:pt x="543522" y="4845839"/>
                  <a:pt x="558131" y="4841666"/>
                </a:cubicBezTo>
                <a:cubicBezTo>
                  <a:pt x="796034" y="4776973"/>
                  <a:pt x="840379" y="4702889"/>
                  <a:pt x="1081413" y="4662717"/>
                </a:cubicBezTo>
                <a:cubicBezTo>
                  <a:pt x="1099151" y="4617327"/>
                  <a:pt x="1011503" y="4609500"/>
                  <a:pt x="1052718" y="4564633"/>
                </a:cubicBezTo>
                <a:cubicBezTo>
                  <a:pt x="1127846" y="4529678"/>
                  <a:pt x="1216016" y="4570894"/>
                  <a:pt x="1290622" y="4525505"/>
                </a:cubicBezTo>
                <a:cubicBezTo>
                  <a:pt x="1277579" y="4493158"/>
                  <a:pt x="1214972" y="4516636"/>
                  <a:pt x="1217581" y="4482202"/>
                </a:cubicBezTo>
                <a:cubicBezTo>
                  <a:pt x="1220712" y="4442552"/>
                  <a:pt x="1264536" y="4448813"/>
                  <a:pt x="1294796" y="4451421"/>
                </a:cubicBezTo>
                <a:cubicBezTo>
                  <a:pt x="1441398" y="4464985"/>
                  <a:pt x="1568696" y="4390902"/>
                  <a:pt x="1709040" y="4365860"/>
                </a:cubicBezTo>
                <a:cubicBezTo>
                  <a:pt x="1559306" y="4303253"/>
                  <a:pt x="686474" y="4353338"/>
                  <a:pt x="530479" y="4334034"/>
                </a:cubicBezTo>
                <a:cubicBezTo>
                  <a:pt x="367182" y="4314210"/>
                  <a:pt x="107367" y="4261516"/>
                  <a:pt x="174146" y="4244821"/>
                </a:cubicBezTo>
                <a:cubicBezTo>
                  <a:pt x="249796" y="4225518"/>
                  <a:pt x="519524" y="3996484"/>
                  <a:pt x="596216" y="3986050"/>
                </a:cubicBezTo>
                <a:cubicBezTo>
                  <a:pt x="685430" y="3974050"/>
                  <a:pt x="703169" y="3957876"/>
                  <a:pt x="820554" y="3875967"/>
                </a:cubicBezTo>
                <a:cubicBezTo>
                  <a:pt x="897769" y="3822230"/>
                  <a:pt x="576391" y="3939094"/>
                  <a:pt x="451179" y="3901009"/>
                </a:cubicBezTo>
                <a:cubicBezTo>
                  <a:pt x="405268" y="3886923"/>
                  <a:pt x="729255" y="3738233"/>
                  <a:pt x="729255" y="3711105"/>
                </a:cubicBezTo>
                <a:cubicBezTo>
                  <a:pt x="729255" y="3682409"/>
                  <a:pt x="700038" y="3676150"/>
                  <a:pt x="672387" y="3676150"/>
                </a:cubicBezTo>
                <a:cubicBezTo>
                  <a:pt x="610824" y="3676150"/>
                  <a:pt x="629606" y="3651106"/>
                  <a:pt x="568043" y="3652673"/>
                </a:cubicBezTo>
                <a:cubicBezTo>
                  <a:pt x="748558" y="3580154"/>
                  <a:pt x="860205" y="3599458"/>
                  <a:pt x="1038632" y="3533198"/>
                </a:cubicBezTo>
                <a:cubicBezTo>
                  <a:pt x="1125760" y="3500852"/>
                  <a:pt x="817425" y="3393378"/>
                  <a:pt x="907160" y="3365206"/>
                </a:cubicBezTo>
                <a:cubicBezTo>
                  <a:pt x="941071" y="3354249"/>
                  <a:pt x="986461" y="3365727"/>
                  <a:pt x="1009938" y="3327120"/>
                </a:cubicBezTo>
                <a:cubicBezTo>
                  <a:pt x="972897" y="3296340"/>
                  <a:pt x="923855" y="3309904"/>
                  <a:pt x="886812" y="3322425"/>
                </a:cubicBezTo>
                <a:cubicBezTo>
                  <a:pt x="792381" y="3354772"/>
                  <a:pt x="799165" y="3346946"/>
                  <a:pt x="789773" y="3322947"/>
                </a:cubicBezTo>
                <a:cubicBezTo>
                  <a:pt x="758993" y="3241037"/>
                  <a:pt x="682822" y="3267123"/>
                  <a:pt x="615520" y="3280688"/>
                </a:cubicBezTo>
                <a:cubicBezTo>
                  <a:pt x="412050" y="3321382"/>
                  <a:pt x="205972" y="3309904"/>
                  <a:pt x="3023" y="3351641"/>
                </a:cubicBezTo>
                <a:cubicBezTo>
                  <a:pt x="-18888" y="3356337"/>
                  <a:pt x="83890" y="3262949"/>
                  <a:pt x="132409" y="3251993"/>
                </a:cubicBezTo>
                <a:cubicBezTo>
                  <a:pt x="185103" y="3240516"/>
                  <a:pt x="249796" y="3248863"/>
                  <a:pt x="287360" y="3195127"/>
                </a:cubicBezTo>
                <a:cubicBezTo>
                  <a:pt x="220579" y="3181561"/>
                  <a:pt x="144410" y="3207647"/>
                  <a:pt x="78150" y="3164866"/>
                </a:cubicBezTo>
                <a:cubicBezTo>
                  <a:pt x="225276" y="3105913"/>
                  <a:pt x="371878" y="3107999"/>
                  <a:pt x="498655" y="3069914"/>
                </a:cubicBezTo>
                <a:cubicBezTo>
                  <a:pt x="510133" y="2999483"/>
                  <a:pt x="426658" y="3025046"/>
                  <a:pt x="396399" y="2984874"/>
                </a:cubicBezTo>
                <a:cubicBezTo>
                  <a:pt x="1351140" y="2916007"/>
                  <a:pt x="817946" y="2712537"/>
                  <a:pt x="658822" y="2601411"/>
                </a:cubicBezTo>
                <a:cubicBezTo>
                  <a:pt x="605607" y="2564370"/>
                  <a:pt x="1164888" y="2388551"/>
                  <a:pt x="1183148" y="2383856"/>
                </a:cubicBezTo>
                <a:cubicBezTo>
                  <a:pt x="1229581" y="2372900"/>
                  <a:pt x="1413747" y="2380725"/>
                  <a:pt x="1451311" y="2366639"/>
                </a:cubicBezTo>
                <a:cubicBezTo>
                  <a:pt x="1499309" y="2348901"/>
                  <a:pt x="1340706" y="2318120"/>
                  <a:pt x="1376184" y="2296729"/>
                </a:cubicBezTo>
                <a:cubicBezTo>
                  <a:pt x="1625043" y="2145953"/>
                  <a:pt x="1642780" y="1919006"/>
                  <a:pt x="1572870" y="1902834"/>
                </a:cubicBezTo>
                <a:cubicBezTo>
                  <a:pt x="1500353" y="1886138"/>
                  <a:pt x="1429399" y="1899181"/>
                  <a:pt x="1362097" y="1926311"/>
                </a:cubicBezTo>
                <a:cubicBezTo>
                  <a:pt x="1252536" y="1970656"/>
                  <a:pt x="493960" y="1907528"/>
                  <a:pt x="281620" y="1943006"/>
                </a:cubicBezTo>
                <a:cubicBezTo>
                  <a:pt x="249274" y="1948223"/>
                  <a:pt x="205451" y="1971700"/>
                  <a:pt x="174669" y="1927876"/>
                </a:cubicBezTo>
                <a:cubicBezTo>
                  <a:pt x="393269" y="1785969"/>
                  <a:pt x="673952" y="1826663"/>
                  <a:pt x="918115" y="1730145"/>
                </a:cubicBezTo>
                <a:cubicBezTo>
                  <a:pt x="822119" y="1663886"/>
                  <a:pt x="724558" y="1667017"/>
                  <a:pt x="624389" y="1676929"/>
                </a:cubicBezTo>
                <a:cubicBezTo>
                  <a:pt x="598304" y="1679538"/>
                  <a:pt x="562826" y="1683190"/>
                  <a:pt x="556565" y="1655539"/>
                </a:cubicBezTo>
                <a:cubicBezTo>
                  <a:pt x="548739" y="1620584"/>
                  <a:pt x="590999" y="1614323"/>
                  <a:pt x="618650" y="1600237"/>
                </a:cubicBezTo>
                <a:cubicBezTo>
                  <a:pt x="660909" y="1578325"/>
                  <a:pt x="723515" y="1604410"/>
                  <a:pt x="775165" y="1544413"/>
                </a:cubicBezTo>
                <a:cubicBezTo>
                  <a:pt x="618650" y="1558500"/>
                  <a:pt x="486656" y="1583021"/>
                  <a:pt x="348401" y="1624758"/>
                </a:cubicBezTo>
                <a:cubicBezTo>
                  <a:pt x="360400" y="1587717"/>
                  <a:pt x="402137" y="1570499"/>
                  <a:pt x="378660" y="1539719"/>
                </a:cubicBezTo>
                <a:cubicBezTo>
                  <a:pt x="360922" y="1516763"/>
                  <a:pt x="310316" y="1505806"/>
                  <a:pt x="336402" y="1463025"/>
                </a:cubicBezTo>
                <a:cubicBezTo>
                  <a:pt x="409963" y="1417636"/>
                  <a:pt x="514307" y="1429636"/>
                  <a:pt x="576913" y="1364421"/>
                </a:cubicBezTo>
                <a:cubicBezTo>
                  <a:pt x="665605" y="1271556"/>
                  <a:pt x="803338" y="1239731"/>
                  <a:pt x="911856" y="1171908"/>
                </a:cubicBezTo>
                <a:cubicBezTo>
                  <a:pt x="947853" y="1149995"/>
                  <a:pt x="1184192" y="1073303"/>
                  <a:pt x="1247841" y="1048782"/>
                </a:cubicBezTo>
                <a:cubicBezTo>
                  <a:pt x="1336532" y="1014349"/>
                  <a:pt x="1437746" y="1002349"/>
                  <a:pt x="1524872" y="939221"/>
                </a:cubicBezTo>
                <a:cubicBezTo>
                  <a:pt x="1439310" y="926178"/>
                  <a:pt x="1369923" y="985133"/>
                  <a:pt x="1267145" y="956439"/>
                </a:cubicBezTo>
                <a:cubicBezTo>
                  <a:pt x="1429920" y="895398"/>
                  <a:pt x="1579131" y="867746"/>
                  <a:pt x="1697039" y="783749"/>
                </a:cubicBezTo>
                <a:cubicBezTo>
                  <a:pt x="1711648" y="773315"/>
                  <a:pt x="1740342" y="776446"/>
                  <a:pt x="1762255" y="772794"/>
                </a:cubicBezTo>
                <a:cubicBezTo>
                  <a:pt x="1992852" y="735752"/>
                  <a:pt x="2224495" y="704449"/>
                  <a:pt x="2452486" y="650712"/>
                </a:cubicBezTo>
                <a:cubicBezTo>
                  <a:pt x="2504136" y="638191"/>
                  <a:pt x="2595436" y="635061"/>
                  <a:pt x="2586045" y="590193"/>
                </a:cubicBezTo>
                <a:cubicBezTo>
                  <a:pt x="2571959" y="522891"/>
                  <a:pt x="2486919" y="570889"/>
                  <a:pt x="2432138" y="577150"/>
                </a:cubicBezTo>
                <a:cubicBezTo>
                  <a:pt x="2262059" y="597497"/>
                  <a:pt x="2091979" y="632974"/>
                  <a:pt x="1919291" y="613149"/>
                </a:cubicBezTo>
                <a:cubicBezTo>
                  <a:pt x="2035633" y="588107"/>
                  <a:pt x="2151455" y="562542"/>
                  <a:pt x="2267799" y="537499"/>
                </a:cubicBezTo>
                <a:cubicBezTo>
                  <a:pt x="2134238" y="546368"/>
                  <a:pt x="2017896" y="487936"/>
                  <a:pt x="1887988" y="514022"/>
                </a:cubicBezTo>
                <a:cubicBezTo>
                  <a:pt x="1846250" y="522370"/>
                  <a:pt x="1802427" y="495762"/>
                  <a:pt x="1798252" y="454546"/>
                </a:cubicBezTo>
                <a:cubicBezTo>
                  <a:pt x="1793557" y="421678"/>
                  <a:pt x="1832686" y="407071"/>
                  <a:pt x="1862424" y="396636"/>
                </a:cubicBezTo>
                <a:cubicBezTo>
                  <a:pt x="1938595" y="370028"/>
                  <a:pt x="1999113" y="291250"/>
                  <a:pt x="2096675" y="332987"/>
                </a:cubicBezTo>
                <a:cubicBezTo>
                  <a:pt x="2158237" y="267250"/>
                  <a:pt x="2256320" y="256816"/>
                  <a:pt x="2335621" y="239600"/>
                </a:cubicBezTo>
                <a:cubicBezTo>
                  <a:pt x="2588654" y="185341"/>
                  <a:pt x="2845338" y="143081"/>
                  <a:pt x="3102023" y="107082"/>
                </a:cubicBezTo>
                <a:cubicBezTo>
                  <a:pt x="3270538" y="83605"/>
                  <a:pt x="3444270" y="93518"/>
                  <a:pt x="3611219" y="63780"/>
                </a:cubicBezTo>
                <a:cubicBezTo>
                  <a:pt x="3937814" y="5869"/>
                  <a:pt x="4262322" y="7436"/>
                  <a:pt x="4587352" y="1175"/>
                </a:cubicBezTo>
                <a:cubicBezTo>
                  <a:pt x="4663262" y="-260"/>
                  <a:pt x="4738976" y="-293"/>
                  <a:pt x="4814568" y="604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Tải Logo Trường Đại Học Văn Lang Miễn Phí File AI, SVG, PNG, EPS">
            <a:extLst>
              <a:ext uri="{FF2B5EF4-FFF2-40B4-BE49-F238E27FC236}">
                <a16:creationId xmlns:a16="http://schemas.microsoft.com/office/drawing/2014/main" id="{C0757513-FE81-3B1D-4E1D-3C5102B010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2306" y="133176"/>
            <a:ext cx="989992" cy="1131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FC8D435-9FEB-3920-6BA9-6BF8CB720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05D83-4CC4-40E5-ABBE-915EF2813888}" type="slidenum">
              <a:rPr lang="en-US" smtClean="0"/>
              <a:t>16</a:t>
            </a:fld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2486B8-E7E1-627A-5C73-EB4325803A3D}"/>
              </a:ext>
            </a:extLst>
          </p:cNvPr>
          <p:cNvSpPr/>
          <p:nvPr/>
        </p:nvSpPr>
        <p:spPr>
          <a:xfrm>
            <a:off x="-3048" y="-1"/>
            <a:ext cx="5365623" cy="914400"/>
          </a:xfrm>
          <a:prstGeom prst="rect">
            <a:avLst/>
          </a:prstGeom>
          <a:solidFill>
            <a:srgbClr val="D720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457200" tIns="0" rIns="0" bIns="0" rtlCol="0" anchor="ctr" anchorCtr="0"/>
          <a:lstStyle/>
          <a:p>
            <a:r>
              <a:rPr 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IV. Process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2FCECF5D-E861-5706-AD5F-327526447965}"/>
              </a:ext>
            </a:extLst>
          </p:cNvPr>
          <p:cNvSpPr/>
          <p:nvPr/>
        </p:nvSpPr>
        <p:spPr>
          <a:xfrm>
            <a:off x="4810125" y="-2"/>
            <a:ext cx="1104900" cy="914399"/>
          </a:xfrm>
          <a:prstGeom prst="ellipse">
            <a:avLst/>
          </a:prstGeom>
          <a:solidFill>
            <a:srgbClr val="D720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758A6DB-3CAD-0149-931A-6665196E7E94}"/>
              </a:ext>
            </a:extLst>
          </p:cNvPr>
          <p:cNvSpPr/>
          <p:nvPr/>
        </p:nvSpPr>
        <p:spPr>
          <a:xfrm>
            <a:off x="-3048" y="977156"/>
            <a:ext cx="4594098" cy="457198"/>
          </a:xfrm>
          <a:prstGeom prst="rect">
            <a:avLst/>
          </a:prstGeom>
          <a:solidFill>
            <a:srgbClr val="D720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457200" tIns="0" rIns="0" bIns="0" rtlCol="0" anchor="ctr" anchorCtr="0"/>
          <a:lstStyle/>
          <a:p>
            <a:r>
              <a:rPr lang="en-US" sz="2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Development Process and Timeline</a:t>
            </a:r>
            <a:endParaRPr lang="en-US" sz="20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Google Shape;155;p18">
            <a:extLst>
              <a:ext uri="{FF2B5EF4-FFF2-40B4-BE49-F238E27FC236}">
                <a16:creationId xmlns:a16="http://schemas.microsoft.com/office/drawing/2014/main" id="{19FFD23F-C005-D418-6889-69F61EFD41A3}"/>
              </a:ext>
            </a:extLst>
          </p:cNvPr>
          <p:cNvSpPr txBox="1"/>
          <p:nvPr/>
        </p:nvSpPr>
        <p:spPr>
          <a:xfrm>
            <a:off x="581025" y="5174456"/>
            <a:ext cx="1102995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chemeClr val="accent2"/>
                </a:solidFill>
                <a:latin typeface="Urbanist"/>
                <a:ea typeface="Urbanist"/>
                <a:cs typeface="Urbanist"/>
                <a:sym typeface="Urbanist"/>
              </a:rPr>
              <a:t>Success Metric:</a:t>
            </a:r>
            <a:r>
              <a:rPr lang="en-US" sz="2000" b="0" i="0" u="none" strike="noStrike" cap="none" dirty="0">
                <a:solidFill>
                  <a:schemeClr val="accent2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2000" b="0" i="0" u="none" strike="noStrike" cap="none" dirty="0">
                <a:latin typeface="Urbanist"/>
                <a:ea typeface="Urbanist"/>
                <a:cs typeface="Urbanist"/>
                <a:sym typeface="Urbanist"/>
              </a:rPr>
              <a:t>Core loop stability and cause-effect transparency in the Debrief module.</a:t>
            </a:r>
            <a:endParaRPr sz="2000" dirty="0"/>
          </a:p>
        </p:txBody>
      </p:sp>
      <p:sp>
        <p:nvSpPr>
          <p:cNvPr id="5" name="Google Shape;156;p18">
            <a:extLst>
              <a:ext uri="{FF2B5EF4-FFF2-40B4-BE49-F238E27FC236}">
                <a16:creationId xmlns:a16="http://schemas.microsoft.com/office/drawing/2014/main" id="{11196492-4578-DBD8-F414-F52AB0C50839}"/>
              </a:ext>
            </a:extLst>
          </p:cNvPr>
          <p:cNvSpPr/>
          <p:nvPr/>
        </p:nvSpPr>
        <p:spPr>
          <a:xfrm>
            <a:off x="581025" y="4983956"/>
            <a:ext cx="11029950" cy="9525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157;p18">
            <a:extLst>
              <a:ext uri="{FF2B5EF4-FFF2-40B4-BE49-F238E27FC236}">
                <a16:creationId xmlns:a16="http://schemas.microsoft.com/office/drawing/2014/main" id="{4A9DE03A-787A-4EDF-D19F-3EF61E0D6AE3}"/>
              </a:ext>
            </a:extLst>
          </p:cNvPr>
          <p:cNvSpPr/>
          <p:nvPr/>
        </p:nvSpPr>
        <p:spPr>
          <a:xfrm>
            <a:off x="510035" y="3632686"/>
            <a:ext cx="11029950" cy="28575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158;p18" descr="image.png">
            <a:extLst>
              <a:ext uri="{FF2B5EF4-FFF2-40B4-BE49-F238E27FC236}">
                <a16:creationId xmlns:a16="http://schemas.microsoft.com/office/drawing/2014/main" id="{4E408DEC-BCF0-5063-71D5-5171CFBCDFA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1025" y="5318670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59;p18">
            <a:extLst>
              <a:ext uri="{FF2B5EF4-FFF2-40B4-BE49-F238E27FC236}">
                <a16:creationId xmlns:a16="http://schemas.microsoft.com/office/drawing/2014/main" id="{C2C39DA9-6E75-284A-ABA7-A3245FA79982}"/>
              </a:ext>
            </a:extLst>
          </p:cNvPr>
          <p:cNvSpPr txBox="1"/>
          <p:nvPr/>
        </p:nvSpPr>
        <p:spPr>
          <a:xfrm>
            <a:off x="449372" y="2823061"/>
            <a:ext cx="254781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  <a:latin typeface="Urbanist"/>
                <a:ea typeface="Urbanist"/>
                <a:cs typeface="Urbanist"/>
                <a:sym typeface="Urbanist"/>
              </a:rPr>
              <a:t>Week 1-4</a:t>
            </a:r>
            <a:endParaRPr sz="2400" b="1" dirty="0">
              <a:solidFill>
                <a:srgbClr val="FF0000"/>
              </a:solidFill>
              <a:latin typeface="Urbanist"/>
              <a:ea typeface="Urbanist"/>
              <a:cs typeface="Urbanist"/>
            </a:endParaRPr>
          </a:p>
        </p:txBody>
      </p:sp>
      <p:sp>
        <p:nvSpPr>
          <p:cNvPr id="12" name="Google Shape;160;p18">
            <a:extLst>
              <a:ext uri="{FF2B5EF4-FFF2-40B4-BE49-F238E27FC236}">
                <a16:creationId xmlns:a16="http://schemas.microsoft.com/office/drawing/2014/main" id="{C63689D5-B5CE-6E33-18C8-0D21F81B3467}"/>
              </a:ext>
            </a:extLst>
          </p:cNvPr>
          <p:cNvSpPr txBox="1"/>
          <p:nvPr/>
        </p:nvSpPr>
        <p:spPr>
          <a:xfrm>
            <a:off x="510035" y="3756511"/>
            <a:ext cx="2426493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Urbanist"/>
              </a:rPr>
              <a:t>Baseline Approval &amp; Scenario Analysis</a:t>
            </a:r>
            <a:endParaRPr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3" name="Google Shape;161;p18">
            <a:extLst>
              <a:ext uri="{FF2B5EF4-FFF2-40B4-BE49-F238E27FC236}">
                <a16:creationId xmlns:a16="http://schemas.microsoft.com/office/drawing/2014/main" id="{A2D4E1E4-AFBA-4008-18EE-5C129E176110}"/>
              </a:ext>
            </a:extLst>
          </p:cNvPr>
          <p:cNvSpPr txBox="1"/>
          <p:nvPr/>
        </p:nvSpPr>
        <p:spPr>
          <a:xfrm>
            <a:off x="3317141" y="2823061"/>
            <a:ext cx="254781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  <a:latin typeface="Urbanist"/>
                <a:ea typeface="Urbanist"/>
                <a:cs typeface="Urbanist"/>
                <a:sym typeface="Urbanist"/>
              </a:rPr>
              <a:t>Week 5-12</a:t>
            </a:r>
            <a:endParaRPr sz="2400" b="1" dirty="0">
              <a:solidFill>
                <a:srgbClr val="FF0000"/>
              </a:solidFill>
              <a:latin typeface="Urbanist"/>
              <a:ea typeface="Urbanist"/>
              <a:cs typeface="Urbanist"/>
            </a:endParaRPr>
          </a:p>
        </p:txBody>
      </p:sp>
      <p:sp>
        <p:nvSpPr>
          <p:cNvPr id="14" name="Google Shape;162;p18">
            <a:extLst>
              <a:ext uri="{FF2B5EF4-FFF2-40B4-BE49-F238E27FC236}">
                <a16:creationId xmlns:a16="http://schemas.microsoft.com/office/drawing/2014/main" id="{9F8AD425-01F2-12D2-BED7-93FADA491BC4}"/>
              </a:ext>
            </a:extLst>
          </p:cNvPr>
          <p:cNvSpPr txBox="1"/>
          <p:nvPr/>
        </p:nvSpPr>
        <p:spPr>
          <a:xfrm>
            <a:off x="3377804" y="3756511"/>
            <a:ext cx="2426493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Urbanist"/>
              </a:rPr>
              <a:t>MVP Implementation &amp; Scenario 1 Integration</a:t>
            </a:r>
            <a:endParaRPr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5" name="Google Shape;163;p18">
            <a:extLst>
              <a:ext uri="{FF2B5EF4-FFF2-40B4-BE49-F238E27FC236}">
                <a16:creationId xmlns:a16="http://schemas.microsoft.com/office/drawing/2014/main" id="{488B276F-0D5D-922F-8AD7-7301EC9B167A}"/>
              </a:ext>
            </a:extLst>
          </p:cNvPr>
          <p:cNvSpPr txBox="1"/>
          <p:nvPr/>
        </p:nvSpPr>
        <p:spPr>
          <a:xfrm>
            <a:off x="6184910" y="2823061"/>
            <a:ext cx="254781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  <a:latin typeface="Urbanist"/>
                <a:ea typeface="Urbanist"/>
                <a:cs typeface="Urbanist"/>
                <a:sym typeface="Urbanist"/>
              </a:rPr>
              <a:t>Week 13-16</a:t>
            </a:r>
            <a:endParaRPr sz="2400" b="1" dirty="0">
              <a:solidFill>
                <a:srgbClr val="FF0000"/>
              </a:solidFill>
              <a:latin typeface="Urbanist"/>
              <a:ea typeface="Urbanist"/>
              <a:cs typeface="Urbanist"/>
            </a:endParaRPr>
          </a:p>
        </p:txBody>
      </p:sp>
      <p:sp>
        <p:nvSpPr>
          <p:cNvPr id="16" name="Google Shape;164;p18">
            <a:extLst>
              <a:ext uri="{FF2B5EF4-FFF2-40B4-BE49-F238E27FC236}">
                <a16:creationId xmlns:a16="http://schemas.microsoft.com/office/drawing/2014/main" id="{B1C3CB3E-E1AD-2B8F-6746-658074CDB4CA}"/>
              </a:ext>
            </a:extLst>
          </p:cNvPr>
          <p:cNvSpPr txBox="1"/>
          <p:nvPr/>
        </p:nvSpPr>
        <p:spPr>
          <a:xfrm>
            <a:off x="6245573" y="3756511"/>
            <a:ext cx="2426493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Urbanist"/>
              </a:rPr>
              <a:t>Scenario 2 Completion &amp; Alpha/Beta Testing</a:t>
            </a:r>
            <a:endParaRPr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7" name="Google Shape;165;p18">
            <a:extLst>
              <a:ext uri="{FF2B5EF4-FFF2-40B4-BE49-F238E27FC236}">
                <a16:creationId xmlns:a16="http://schemas.microsoft.com/office/drawing/2014/main" id="{BFE0E3F2-7C7A-F826-2E72-1ADC79EF0B6A}"/>
              </a:ext>
            </a:extLst>
          </p:cNvPr>
          <p:cNvSpPr txBox="1"/>
          <p:nvPr/>
        </p:nvSpPr>
        <p:spPr>
          <a:xfrm>
            <a:off x="9052680" y="2823061"/>
            <a:ext cx="254781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  <a:latin typeface="Urbanist"/>
                <a:ea typeface="Urbanist"/>
                <a:cs typeface="Urbanist"/>
                <a:sym typeface="Urbanist"/>
              </a:rPr>
              <a:t>Week 17-20</a:t>
            </a:r>
            <a:endParaRPr sz="2400" b="1" dirty="0">
              <a:solidFill>
                <a:srgbClr val="FF0000"/>
              </a:solidFill>
              <a:latin typeface="Urbanist"/>
              <a:ea typeface="Urbanist"/>
              <a:cs typeface="Urbanist"/>
            </a:endParaRPr>
          </a:p>
        </p:txBody>
      </p:sp>
      <p:sp>
        <p:nvSpPr>
          <p:cNvPr id="18" name="Google Shape;166;p18">
            <a:extLst>
              <a:ext uri="{FF2B5EF4-FFF2-40B4-BE49-F238E27FC236}">
                <a16:creationId xmlns:a16="http://schemas.microsoft.com/office/drawing/2014/main" id="{43A457ED-19C5-41ED-E929-7B1AF460CAE8}"/>
              </a:ext>
            </a:extLst>
          </p:cNvPr>
          <p:cNvSpPr txBox="1"/>
          <p:nvPr/>
        </p:nvSpPr>
        <p:spPr>
          <a:xfrm>
            <a:off x="9113342" y="3756511"/>
            <a:ext cx="2426493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Urbanist"/>
              </a:rPr>
              <a:t>Evaluation, Balancing &amp; Final Packaging</a:t>
            </a:r>
            <a:endParaRPr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9" name="Google Shape;169;p18">
            <a:extLst>
              <a:ext uri="{FF2B5EF4-FFF2-40B4-BE49-F238E27FC236}">
                <a16:creationId xmlns:a16="http://schemas.microsoft.com/office/drawing/2014/main" id="{0A23625F-CE40-A4B1-08C5-E5461F5BC28E}"/>
              </a:ext>
            </a:extLst>
          </p:cNvPr>
          <p:cNvSpPr/>
          <p:nvPr/>
        </p:nvSpPr>
        <p:spPr>
          <a:xfrm>
            <a:off x="1608981" y="3337411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5E00"/>
          </a:solidFill>
          <a:ln w="38100" cap="flat" cmpd="sng">
            <a:solidFill>
              <a:srgbClr val="0B0E1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170;p18">
            <a:extLst>
              <a:ext uri="{FF2B5EF4-FFF2-40B4-BE49-F238E27FC236}">
                <a16:creationId xmlns:a16="http://schemas.microsoft.com/office/drawing/2014/main" id="{2680D4F0-36B0-20FE-52BD-A6C000015D42}"/>
              </a:ext>
            </a:extLst>
          </p:cNvPr>
          <p:cNvSpPr/>
          <p:nvPr/>
        </p:nvSpPr>
        <p:spPr>
          <a:xfrm>
            <a:off x="4476751" y="3337411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5E00"/>
          </a:solidFill>
          <a:ln w="38100" cap="flat" cmpd="sng">
            <a:solidFill>
              <a:srgbClr val="0B0E1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171;p18">
            <a:extLst>
              <a:ext uri="{FF2B5EF4-FFF2-40B4-BE49-F238E27FC236}">
                <a16:creationId xmlns:a16="http://schemas.microsoft.com/office/drawing/2014/main" id="{3D4BAA8D-AF89-41B4-F774-F181F3D6EA64}"/>
              </a:ext>
            </a:extLst>
          </p:cNvPr>
          <p:cNvSpPr/>
          <p:nvPr/>
        </p:nvSpPr>
        <p:spPr>
          <a:xfrm>
            <a:off x="7344520" y="3337411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5E00"/>
          </a:solidFill>
          <a:ln w="38100" cap="flat" cmpd="sng">
            <a:solidFill>
              <a:srgbClr val="0B0E1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172;p18">
            <a:extLst>
              <a:ext uri="{FF2B5EF4-FFF2-40B4-BE49-F238E27FC236}">
                <a16:creationId xmlns:a16="http://schemas.microsoft.com/office/drawing/2014/main" id="{7654FF3C-55AA-FAAA-EBC6-3DC9696DA9DF}"/>
              </a:ext>
            </a:extLst>
          </p:cNvPr>
          <p:cNvSpPr/>
          <p:nvPr/>
        </p:nvSpPr>
        <p:spPr>
          <a:xfrm>
            <a:off x="10212289" y="3337411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5E00"/>
          </a:solidFill>
          <a:ln w="38100" cap="flat" cmpd="sng">
            <a:solidFill>
              <a:srgbClr val="0B0E1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723049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9195AF-B059-31C4-105A-A4280A15D7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B25AFC42-06D0-CBDB-283D-45561374E1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Tải Logo Trường Đại Học Văn Lang Miễn Phí File AI, SVG, PNG, EPS">
            <a:extLst>
              <a:ext uri="{FF2B5EF4-FFF2-40B4-BE49-F238E27FC236}">
                <a16:creationId xmlns:a16="http://schemas.microsoft.com/office/drawing/2014/main" id="{C4FFDF04-1AA9-479D-272E-23C593EDB2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151" r="-2" b="20691"/>
          <a:stretch>
            <a:fillRect/>
          </a:stretch>
        </p:blipFill>
        <p:spPr bwMode="auto">
          <a:xfrm>
            <a:off x="0" y="0"/>
            <a:ext cx="12192000" cy="6857999"/>
          </a:xfrm>
          <a:custGeom>
            <a:avLst/>
            <a:gdLst/>
            <a:ahLst/>
            <a:cxnLst/>
            <a:rect l="l" t="t" r="r" b="b"/>
            <a:pathLst>
              <a:path w="8500451" h="5783926">
                <a:moveTo>
                  <a:pt x="4814568" y="604"/>
                </a:moveTo>
                <a:cubicBezTo>
                  <a:pt x="5041344" y="3294"/>
                  <a:pt x="5267019" y="14348"/>
                  <a:pt x="5493575" y="21000"/>
                </a:cubicBezTo>
                <a:cubicBezTo>
                  <a:pt x="5987120" y="36130"/>
                  <a:pt x="6483273" y="35607"/>
                  <a:pt x="6977859" y="46564"/>
                </a:cubicBezTo>
                <a:cubicBezTo>
                  <a:pt x="7286195" y="53346"/>
                  <a:pt x="7590877" y="77867"/>
                  <a:pt x="7880953" y="154038"/>
                </a:cubicBezTo>
                <a:cubicBezTo>
                  <a:pt x="7921646" y="164993"/>
                  <a:pt x="7967557" y="167081"/>
                  <a:pt x="7998861" y="193166"/>
                </a:cubicBezTo>
                <a:cubicBezTo>
                  <a:pt x="8033815" y="222382"/>
                  <a:pt x="8019729" y="265163"/>
                  <a:pt x="7968600" y="273511"/>
                </a:cubicBezTo>
                <a:cubicBezTo>
                  <a:pt x="7903386" y="284466"/>
                  <a:pt x="7836607" y="287597"/>
                  <a:pt x="7764609" y="294901"/>
                </a:cubicBezTo>
                <a:cubicBezTo>
                  <a:pt x="7792260" y="335073"/>
                  <a:pt x="7859040" y="304814"/>
                  <a:pt x="7876257" y="354899"/>
                </a:cubicBezTo>
                <a:cubicBezTo>
                  <a:pt x="7799043" y="389332"/>
                  <a:pt x="7705656" y="366898"/>
                  <a:pt x="7631049" y="400810"/>
                </a:cubicBezTo>
                <a:cubicBezTo>
                  <a:pt x="7633137" y="424287"/>
                  <a:pt x="7649831" y="426374"/>
                  <a:pt x="7663396" y="432635"/>
                </a:cubicBezTo>
                <a:cubicBezTo>
                  <a:pt x="7676961" y="438373"/>
                  <a:pt x="7710871" y="430026"/>
                  <a:pt x="7696264" y="462894"/>
                </a:cubicBezTo>
                <a:cubicBezTo>
                  <a:pt x="7541315" y="482719"/>
                  <a:pt x="7393147" y="550021"/>
                  <a:pt x="7229849" y="540630"/>
                </a:cubicBezTo>
                <a:cubicBezTo>
                  <a:pt x="7431755" y="558890"/>
                  <a:pt x="7602355" y="633496"/>
                  <a:pt x="7780782" y="683059"/>
                </a:cubicBezTo>
                <a:cubicBezTo>
                  <a:pt x="7773479" y="741491"/>
                  <a:pt x="7701483" y="718014"/>
                  <a:pt x="7680613" y="759751"/>
                </a:cubicBezTo>
                <a:cubicBezTo>
                  <a:pt x="7794869" y="788967"/>
                  <a:pt x="7904429" y="823401"/>
                  <a:pt x="7998861" y="880789"/>
                </a:cubicBezTo>
                <a:cubicBezTo>
                  <a:pt x="8083901" y="932439"/>
                  <a:pt x="8164765" y="989306"/>
                  <a:pt x="8257111" y="1031566"/>
                </a:cubicBezTo>
                <a:cubicBezTo>
                  <a:pt x="8354150" y="1075912"/>
                  <a:pt x="8413103" y="1132779"/>
                  <a:pt x="8402148" y="1229819"/>
                </a:cubicBezTo>
                <a:cubicBezTo>
                  <a:pt x="8397452" y="1269468"/>
                  <a:pt x="8409973" y="1302859"/>
                  <a:pt x="8453275" y="1318510"/>
                </a:cubicBezTo>
                <a:cubicBezTo>
                  <a:pt x="8507013" y="1337814"/>
                  <a:pt x="8501275" y="1367029"/>
                  <a:pt x="8499187" y="1411897"/>
                </a:cubicBezTo>
                <a:cubicBezTo>
                  <a:pt x="8496056" y="1465634"/>
                  <a:pt x="8468406" y="1486504"/>
                  <a:pt x="8419885" y="1504764"/>
                </a:cubicBezTo>
                <a:cubicBezTo>
                  <a:pt x="8350497" y="1530327"/>
                  <a:pt x="8349975" y="1569978"/>
                  <a:pt x="8368237" y="1617454"/>
                </a:cubicBezTo>
                <a:cubicBezTo>
                  <a:pt x="8378149" y="1643540"/>
                  <a:pt x="8393278" y="1664409"/>
                  <a:pt x="8415713" y="1683712"/>
                </a:cubicBezTo>
                <a:cubicBezTo>
                  <a:pt x="8493448" y="1751014"/>
                  <a:pt x="8492927" y="1752056"/>
                  <a:pt x="8416755" y="1831880"/>
                </a:cubicBezTo>
                <a:cubicBezTo>
                  <a:pt x="8396408" y="1853269"/>
                  <a:pt x="8374496" y="1867356"/>
                  <a:pt x="8383888" y="1901790"/>
                </a:cubicBezTo>
                <a:cubicBezTo>
                  <a:pt x="8415713" y="2016046"/>
                  <a:pt x="8411538" y="2016046"/>
                  <a:pt x="8283717" y="2053609"/>
                </a:cubicBezTo>
                <a:cubicBezTo>
                  <a:pt x="8254501" y="2062479"/>
                  <a:pt x="8215373" y="2054653"/>
                  <a:pt x="8198678" y="2087521"/>
                </a:cubicBezTo>
                <a:cubicBezTo>
                  <a:pt x="8209113" y="2111521"/>
                  <a:pt x="8184591" y="2690625"/>
                  <a:pt x="8207547" y="2700017"/>
                </a:cubicBezTo>
                <a:cubicBezTo>
                  <a:pt x="8387017" y="2773578"/>
                  <a:pt x="8409451" y="2860184"/>
                  <a:pt x="8269632" y="2996352"/>
                </a:cubicBezTo>
                <a:cubicBezTo>
                  <a:pt x="8175722" y="3087653"/>
                  <a:pt x="8186677" y="3236864"/>
                  <a:pt x="8225807" y="3330251"/>
                </a:cubicBezTo>
                <a:cubicBezTo>
                  <a:pt x="8373452" y="3371467"/>
                  <a:pt x="8341107" y="3481027"/>
                  <a:pt x="8370845" y="3577023"/>
                </a:cubicBezTo>
                <a:cubicBezTo>
                  <a:pt x="8392757" y="3649020"/>
                  <a:pt x="8306673" y="3639107"/>
                  <a:pt x="8310847" y="3671976"/>
                </a:cubicBezTo>
                <a:cubicBezTo>
                  <a:pt x="8365105" y="3711626"/>
                  <a:pt x="8437624" y="3724148"/>
                  <a:pt x="8479884" y="3778406"/>
                </a:cubicBezTo>
                <a:cubicBezTo>
                  <a:pt x="8403713" y="3818056"/>
                  <a:pt x="8365105" y="3873880"/>
                  <a:pt x="8322845" y="3929703"/>
                </a:cubicBezTo>
                <a:cubicBezTo>
                  <a:pt x="8254501" y="4020482"/>
                  <a:pt x="8161635" y="4097174"/>
                  <a:pt x="8063031" y="4166563"/>
                </a:cubicBezTo>
                <a:cubicBezTo>
                  <a:pt x="8012947" y="4649674"/>
                  <a:pt x="7851215" y="5156783"/>
                  <a:pt x="7833475" y="5181825"/>
                </a:cubicBezTo>
                <a:cubicBezTo>
                  <a:pt x="7760436" y="5174520"/>
                  <a:pt x="7618528" y="5466682"/>
                  <a:pt x="7495403" y="5493812"/>
                </a:cubicBezTo>
                <a:cubicBezTo>
                  <a:pt x="7366017" y="5523550"/>
                  <a:pt x="5441925" y="5797973"/>
                  <a:pt x="5148199" y="5783364"/>
                </a:cubicBezTo>
                <a:cubicBezTo>
                  <a:pt x="3551743" y="5705628"/>
                  <a:pt x="3505310" y="5598155"/>
                  <a:pt x="3505310" y="5598155"/>
                </a:cubicBezTo>
                <a:cubicBezTo>
                  <a:pt x="3505310" y="5598155"/>
                  <a:pt x="3596089" y="5571548"/>
                  <a:pt x="3675390" y="5541287"/>
                </a:cubicBezTo>
                <a:cubicBezTo>
                  <a:pt x="3627392" y="5542853"/>
                  <a:pt x="3579395" y="5543896"/>
                  <a:pt x="3531919" y="5542331"/>
                </a:cubicBezTo>
                <a:cubicBezTo>
                  <a:pt x="3164108" y="5531375"/>
                  <a:pt x="3500093" y="5511028"/>
                  <a:pt x="3138022" y="5469291"/>
                </a:cubicBezTo>
                <a:cubicBezTo>
                  <a:pt x="2527092" y="5398860"/>
                  <a:pt x="2618913" y="5380598"/>
                  <a:pt x="2058068" y="5181825"/>
                </a:cubicBezTo>
                <a:cubicBezTo>
                  <a:pt x="2008504" y="5164086"/>
                  <a:pt x="1660519" y="5056613"/>
                  <a:pt x="1447659" y="5044613"/>
                </a:cubicBezTo>
                <a:cubicBezTo>
                  <a:pt x="1391313" y="5041483"/>
                  <a:pt x="1329751" y="5042527"/>
                  <a:pt x="1281230" y="4977311"/>
                </a:cubicBezTo>
                <a:cubicBezTo>
                  <a:pt x="1429920" y="4979399"/>
                  <a:pt x="1557741" y="4979399"/>
                  <a:pt x="1696518" y="4945487"/>
                </a:cubicBezTo>
                <a:cubicBezTo>
                  <a:pt x="1622434" y="4898532"/>
                  <a:pt x="1537394" y="4938705"/>
                  <a:pt x="1478440" y="4905836"/>
                </a:cubicBezTo>
                <a:cubicBezTo>
                  <a:pt x="1423138" y="4875577"/>
                  <a:pt x="1375140" y="4871404"/>
                  <a:pt x="1318795" y="4919401"/>
                </a:cubicBezTo>
                <a:cubicBezTo>
                  <a:pt x="1289578" y="4944443"/>
                  <a:pt x="1237928" y="4939747"/>
                  <a:pt x="1208190" y="4925140"/>
                </a:cubicBezTo>
                <a:cubicBezTo>
                  <a:pt x="1049066" y="4846360"/>
                  <a:pt x="1052718" y="4847404"/>
                  <a:pt x="875857" y="4867751"/>
                </a:cubicBezTo>
                <a:cubicBezTo>
                  <a:pt x="763166" y="4880272"/>
                  <a:pt x="648388" y="4902706"/>
                  <a:pt x="545088" y="4889141"/>
                </a:cubicBezTo>
                <a:cubicBezTo>
                  <a:pt x="532045" y="4859403"/>
                  <a:pt x="543522" y="4845839"/>
                  <a:pt x="558131" y="4841666"/>
                </a:cubicBezTo>
                <a:cubicBezTo>
                  <a:pt x="796034" y="4776973"/>
                  <a:pt x="840379" y="4702889"/>
                  <a:pt x="1081413" y="4662717"/>
                </a:cubicBezTo>
                <a:cubicBezTo>
                  <a:pt x="1099151" y="4617327"/>
                  <a:pt x="1011503" y="4609500"/>
                  <a:pt x="1052718" y="4564633"/>
                </a:cubicBezTo>
                <a:cubicBezTo>
                  <a:pt x="1127846" y="4529678"/>
                  <a:pt x="1216016" y="4570894"/>
                  <a:pt x="1290622" y="4525505"/>
                </a:cubicBezTo>
                <a:cubicBezTo>
                  <a:pt x="1277579" y="4493158"/>
                  <a:pt x="1214972" y="4516636"/>
                  <a:pt x="1217581" y="4482202"/>
                </a:cubicBezTo>
                <a:cubicBezTo>
                  <a:pt x="1220712" y="4442552"/>
                  <a:pt x="1264536" y="4448813"/>
                  <a:pt x="1294796" y="4451421"/>
                </a:cubicBezTo>
                <a:cubicBezTo>
                  <a:pt x="1441398" y="4464985"/>
                  <a:pt x="1568696" y="4390902"/>
                  <a:pt x="1709040" y="4365860"/>
                </a:cubicBezTo>
                <a:cubicBezTo>
                  <a:pt x="1559306" y="4303253"/>
                  <a:pt x="686474" y="4353338"/>
                  <a:pt x="530479" y="4334034"/>
                </a:cubicBezTo>
                <a:cubicBezTo>
                  <a:pt x="367182" y="4314210"/>
                  <a:pt x="107367" y="4261516"/>
                  <a:pt x="174146" y="4244821"/>
                </a:cubicBezTo>
                <a:cubicBezTo>
                  <a:pt x="249796" y="4225518"/>
                  <a:pt x="519524" y="3996484"/>
                  <a:pt x="596216" y="3986050"/>
                </a:cubicBezTo>
                <a:cubicBezTo>
                  <a:pt x="685430" y="3974050"/>
                  <a:pt x="703169" y="3957876"/>
                  <a:pt x="820554" y="3875967"/>
                </a:cubicBezTo>
                <a:cubicBezTo>
                  <a:pt x="897769" y="3822230"/>
                  <a:pt x="576391" y="3939094"/>
                  <a:pt x="451179" y="3901009"/>
                </a:cubicBezTo>
                <a:cubicBezTo>
                  <a:pt x="405268" y="3886923"/>
                  <a:pt x="729255" y="3738233"/>
                  <a:pt x="729255" y="3711105"/>
                </a:cubicBezTo>
                <a:cubicBezTo>
                  <a:pt x="729255" y="3682409"/>
                  <a:pt x="700038" y="3676150"/>
                  <a:pt x="672387" y="3676150"/>
                </a:cubicBezTo>
                <a:cubicBezTo>
                  <a:pt x="610824" y="3676150"/>
                  <a:pt x="629606" y="3651106"/>
                  <a:pt x="568043" y="3652673"/>
                </a:cubicBezTo>
                <a:cubicBezTo>
                  <a:pt x="748558" y="3580154"/>
                  <a:pt x="860205" y="3599458"/>
                  <a:pt x="1038632" y="3533198"/>
                </a:cubicBezTo>
                <a:cubicBezTo>
                  <a:pt x="1125760" y="3500852"/>
                  <a:pt x="817425" y="3393378"/>
                  <a:pt x="907160" y="3365206"/>
                </a:cubicBezTo>
                <a:cubicBezTo>
                  <a:pt x="941071" y="3354249"/>
                  <a:pt x="986461" y="3365727"/>
                  <a:pt x="1009938" y="3327120"/>
                </a:cubicBezTo>
                <a:cubicBezTo>
                  <a:pt x="972897" y="3296340"/>
                  <a:pt x="923855" y="3309904"/>
                  <a:pt x="886812" y="3322425"/>
                </a:cubicBezTo>
                <a:cubicBezTo>
                  <a:pt x="792381" y="3354772"/>
                  <a:pt x="799165" y="3346946"/>
                  <a:pt x="789773" y="3322947"/>
                </a:cubicBezTo>
                <a:cubicBezTo>
                  <a:pt x="758993" y="3241037"/>
                  <a:pt x="682822" y="3267123"/>
                  <a:pt x="615520" y="3280688"/>
                </a:cubicBezTo>
                <a:cubicBezTo>
                  <a:pt x="412050" y="3321382"/>
                  <a:pt x="205972" y="3309904"/>
                  <a:pt x="3023" y="3351641"/>
                </a:cubicBezTo>
                <a:cubicBezTo>
                  <a:pt x="-18888" y="3356337"/>
                  <a:pt x="83890" y="3262949"/>
                  <a:pt x="132409" y="3251993"/>
                </a:cubicBezTo>
                <a:cubicBezTo>
                  <a:pt x="185103" y="3240516"/>
                  <a:pt x="249796" y="3248863"/>
                  <a:pt x="287360" y="3195127"/>
                </a:cubicBezTo>
                <a:cubicBezTo>
                  <a:pt x="220579" y="3181561"/>
                  <a:pt x="144410" y="3207647"/>
                  <a:pt x="78150" y="3164866"/>
                </a:cubicBezTo>
                <a:cubicBezTo>
                  <a:pt x="225276" y="3105913"/>
                  <a:pt x="371878" y="3107999"/>
                  <a:pt x="498655" y="3069914"/>
                </a:cubicBezTo>
                <a:cubicBezTo>
                  <a:pt x="510133" y="2999483"/>
                  <a:pt x="426658" y="3025046"/>
                  <a:pt x="396399" y="2984874"/>
                </a:cubicBezTo>
                <a:cubicBezTo>
                  <a:pt x="1351140" y="2916007"/>
                  <a:pt x="817946" y="2712537"/>
                  <a:pt x="658822" y="2601411"/>
                </a:cubicBezTo>
                <a:cubicBezTo>
                  <a:pt x="605607" y="2564370"/>
                  <a:pt x="1164888" y="2388551"/>
                  <a:pt x="1183148" y="2383856"/>
                </a:cubicBezTo>
                <a:cubicBezTo>
                  <a:pt x="1229581" y="2372900"/>
                  <a:pt x="1413747" y="2380725"/>
                  <a:pt x="1451311" y="2366639"/>
                </a:cubicBezTo>
                <a:cubicBezTo>
                  <a:pt x="1499309" y="2348901"/>
                  <a:pt x="1340706" y="2318120"/>
                  <a:pt x="1376184" y="2296729"/>
                </a:cubicBezTo>
                <a:cubicBezTo>
                  <a:pt x="1625043" y="2145953"/>
                  <a:pt x="1642780" y="1919006"/>
                  <a:pt x="1572870" y="1902834"/>
                </a:cubicBezTo>
                <a:cubicBezTo>
                  <a:pt x="1500353" y="1886138"/>
                  <a:pt x="1429399" y="1899181"/>
                  <a:pt x="1362097" y="1926311"/>
                </a:cubicBezTo>
                <a:cubicBezTo>
                  <a:pt x="1252536" y="1970656"/>
                  <a:pt x="493960" y="1907528"/>
                  <a:pt x="281620" y="1943006"/>
                </a:cubicBezTo>
                <a:cubicBezTo>
                  <a:pt x="249274" y="1948223"/>
                  <a:pt x="205451" y="1971700"/>
                  <a:pt x="174669" y="1927876"/>
                </a:cubicBezTo>
                <a:cubicBezTo>
                  <a:pt x="393269" y="1785969"/>
                  <a:pt x="673952" y="1826663"/>
                  <a:pt x="918115" y="1730145"/>
                </a:cubicBezTo>
                <a:cubicBezTo>
                  <a:pt x="822119" y="1663886"/>
                  <a:pt x="724558" y="1667017"/>
                  <a:pt x="624389" y="1676929"/>
                </a:cubicBezTo>
                <a:cubicBezTo>
                  <a:pt x="598304" y="1679538"/>
                  <a:pt x="562826" y="1683190"/>
                  <a:pt x="556565" y="1655539"/>
                </a:cubicBezTo>
                <a:cubicBezTo>
                  <a:pt x="548739" y="1620584"/>
                  <a:pt x="590999" y="1614323"/>
                  <a:pt x="618650" y="1600237"/>
                </a:cubicBezTo>
                <a:cubicBezTo>
                  <a:pt x="660909" y="1578325"/>
                  <a:pt x="723515" y="1604410"/>
                  <a:pt x="775165" y="1544413"/>
                </a:cubicBezTo>
                <a:cubicBezTo>
                  <a:pt x="618650" y="1558500"/>
                  <a:pt x="486656" y="1583021"/>
                  <a:pt x="348401" y="1624758"/>
                </a:cubicBezTo>
                <a:cubicBezTo>
                  <a:pt x="360400" y="1587717"/>
                  <a:pt x="402137" y="1570499"/>
                  <a:pt x="378660" y="1539719"/>
                </a:cubicBezTo>
                <a:cubicBezTo>
                  <a:pt x="360922" y="1516763"/>
                  <a:pt x="310316" y="1505806"/>
                  <a:pt x="336402" y="1463025"/>
                </a:cubicBezTo>
                <a:cubicBezTo>
                  <a:pt x="409963" y="1417636"/>
                  <a:pt x="514307" y="1429636"/>
                  <a:pt x="576913" y="1364421"/>
                </a:cubicBezTo>
                <a:cubicBezTo>
                  <a:pt x="665605" y="1271556"/>
                  <a:pt x="803338" y="1239731"/>
                  <a:pt x="911856" y="1171908"/>
                </a:cubicBezTo>
                <a:cubicBezTo>
                  <a:pt x="947853" y="1149995"/>
                  <a:pt x="1184192" y="1073303"/>
                  <a:pt x="1247841" y="1048782"/>
                </a:cubicBezTo>
                <a:cubicBezTo>
                  <a:pt x="1336532" y="1014349"/>
                  <a:pt x="1437746" y="1002349"/>
                  <a:pt x="1524872" y="939221"/>
                </a:cubicBezTo>
                <a:cubicBezTo>
                  <a:pt x="1439310" y="926178"/>
                  <a:pt x="1369923" y="985133"/>
                  <a:pt x="1267145" y="956439"/>
                </a:cubicBezTo>
                <a:cubicBezTo>
                  <a:pt x="1429920" y="895398"/>
                  <a:pt x="1579131" y="867746"/>
                  <a:pt x="1697039" y="783749"/>
                </a:cubicBezTo>
                <a:cubicBezTo>
                  <a:pt x="1711648" y="773315"/>
                  <a:pt x="1740342" y="776446"/>
                  <a:pt x="1762255" y="772794"/>
                </a:cubicBezTo>
                <a:cubicBezTo>
                  <a:pt x="1992852" y="735752"/>
                  <a:pt x="2224495" y="704449"/>
                  <a:pt x="2452486" y="650712"/>
                </a:cubicBezTo>
                <a:cubicBezTo>
                  <a:pt x="2504136" y="638191"/>
                  <a:pt x="2595436" y="635061"/>
                  <a:pt x="2586045" y="590193"/>
                </a:cubicBezTo>
                <a:cubicBezTo>
                  <a:pt x="2571959" y="522891"/>
                  <a:pt x="2486919" y="570889"/>
                  <a:pt x="2432138" y="577150"/>
                </a:cubicBezTo>
                <a:cubicBezTo>
                  <a:pt x="2262059" y="597497"/>
                  <a:pt x="2091979" y="632974"/>
                  <a:pt x="1919291" y="613149"/>
                </a:cubicBezTo>
                <a:cubicBezTo>
                  <a:pt x="2035633" y="588107"/>
                  <a:pt x="2151455" y="562542"/>
                  <a:pt x="2267799" y="537499"/>
                </a:cubicBezTo>
                <a:cubicBezTo>
                  <a:pt x="2134238" y="546368"/>
                  <a:pt x="2017896" y="487936"/>
                  <a:pt x="1887988" y="514022"/>
                </a:cubicBezTo>
                <a:cubicBezTo>
                  <a:pt x="1846250" y="522370"/>
                  <a:pt x="1802427" y="495762"/>
                  <a:pt x="1798252" y="454546"/>
                </a:cubicBezTo>
                <a:cubicBezTo>
                  <a:pt x="1793557" y="421678"/>
                  <a:pt x="1832686" y="407071"/>
                  <a:pt x="1862424" y="396636"/>
                </a:cubicBezTo>
                <a:cubicBezTo>
                  <a:pt x="1938595" y="370028"/>
                  <a:pt x="1999113" y="291250"/>
                  <a:pt x="2096675" y="332987"/>
                </a:cubicBezTo>
                <a:cubicBezTo>
                  <a:pt x="2158237" y="267250"/>
                  <a:pt x="2256320" y="256816"/>
                  <a:pt x="2335621" y="239600"/>
                </a:cubicBezTo>
                <a:cubicBezTo>
                  <a:pt x="2588654" y="185341"/>
                  <a:pt x="2845338" y="143081"/>
                  <a:pt x="3102023" y="107082"/>
                </a:cubicBezTo>
                <a:cubicBezTo>
                  <a:pt x="3270538" y="83605"/>
                  <a:pt x="3444270" y="93518"/>
                  <a:pt x="3611219" y="63780"/>
                </a:cubicBezTo>
                <a:cubicBezTo>
                  <a:pt x="3937814" y="5869"/>
                  <a:pt x="4262322" y="7436"/>
                  <a:pt x="4587352" y="1175"/>
                </a:cubicBezTo>
                <a:cubicBezTo>
                  <a:pt x="4663262" y="-260"/>
                  <a:pt x="4738976" y="-293"/>
                  <a:pt x="4814568" y="604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Tải Logo Trường Đại Học Văn Lang Miễn Phí File AI, SVG, PNG, EPS">
            <a:extLst>
              <a:ext uri="{FF2B5EF4-FFF2-40B4-BE49-F238E27FC236}">
                <a16:creationId xmlns:a16="http://schemas.microsoft.com/office/drawing/2014/main" id="{19AE75A1-C358-7ABC-5939-B83EE3014B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2306" y="133176"/>
            <a:ext cx="989992" cy="1131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8317D94-78FA-8796-17CE-2BC7D7B59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05D83-4CC4-40E5-ABBE-915EF2813888}" type="slidenum">
              <a:rPr lang="en-US" smtClean="0"/>
              <a:t>17</a:t>
            </a:fld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EC1E1BB-2806-FB0D-5FB8-24D158C8548D}"/>
              </a:ext>
            </a:extLst>
          </p:cNvPr>
          <p:cNvSpPr/>
          <p:nvPr/>
        </p:nvSpPr>
        <p:spPr>
          <a:xfrm>
            <a:off x="-3048" y="-1"/>
            <a:ext cx="5365623" cy="914400"/>
          </a:xfrm>
          <a:prstGeom prst="rect">
            <a:avLst/>
          </a:prstGeom>
          <a:solidFill>
            <a:srgbClr val="D720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457200" tIns="0" rIns="0" bIns="0" rtlCol="0" anchor="ctr" anchorCtr="0"/>
          <a:lstStyle/>
          <a:p>
            <a:r>
              <a:rPr 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V. Quality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2E963047-B8AF-6834-32C5-8D121435424D}"/>
              </a:ext>
            </a:extLst>
          </p:cNvPr>
          <p:cNvSpPr/>
          <p:nvPr/>
        </p:nvSpPr>
        <p:spPr>
          <a:xfrm>
            <a:off x="4810125" y="-2"/>
            <a:ext cx="1104900" cy="914399"/>
          </a:xfrm>
          <a:prstGeom prst="ellipse">
            <a:avLst/>
          </a:prstGeom>
          <a:solidFill>
            <a:srgbClr val="D720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23BFBC-D894-5167-5614-32FC2C8801F2}"/>
              </a:ext>
            </a:extLst>
          </p:cNvPr>
          <p:cNvSpPr txBox="1"/>
          <p:nvPr/>
        </p:nvSpPr>
        <p:spPr>
          <a:xfrm>
            <a:off x="1100138" y="1497112"/>
            <a:ext cx="9358312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QA, QC, and Quality Improvement activities</a:t>
            </a:r>
          </a:p>
          <a:p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Unit-like logic tests for Incident State and scoring</a:t>
            </a:r>
          </a:p>
          <a:p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Integration testing for Call → Scene → Debrief flow</a:t>
            </a:r>
          </a:p>
          <a:p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Playmode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/system tests for both scenarios</a:t>
            </a:r>
          </a:p>
          <a:p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User evaluation for usability and learning effectiveness</a:t>
            </a:r>
          </a:p>
          <a:p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Key metrics:</a:t>
            </a: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Performance</a:t>
            </a: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Stability</a:t>
            </a: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deterministic mapping</a:t>
            </a: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debrief effectiveness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B768202-FC64-8317-DD40-6CEBB091DF71}"/>
              </a:ext>
            </a:extLst>
          </p:cNvPr>
          <p:cNvSpPr/>
          <p:nvPr/>
        </p:nvSpPr>
        <p:spPr>
          <a:xfrm>
            <a:off x="-3048" y="977156"/>
            <a:ext cx="4594098" cy="457198"/>
          </a:xfrm>
          <a:prstGeom prst="rect">
            <a:avLst/>
          </a:prstGeom>
          <a:solidFill>
            <a:srgbClr val="D720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457200" tIns="0" rIns="0" bIns="0" rtlCol="0" anchor="ctr" anchorCtr="0"/>
          <a:lstStyle/>
          <a:p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Quality Assurance and Validation</a:t>
            </a:r>
            <a:endParaRPr lang="en-US" sz="20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5876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37E8A3-DCB8-F4A7-DF96-FEA8DD89B3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E5523C40-5877-101F-E2B1-CF2A926D7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Tải Logo Trường Đại Học Văn Lang Miễn Phí File AI, SVG, PNG, EPS">
            <a:extLst>
              <a:ext uri="{FF2B5EF4-FFF2-40B4-BE49-F238E27FC236}">
                <a16:creationId xmlns:a16="http://schemas.microsoft.com/office/drawing/2014/main" id="{6A1A279E-A0A6-2078-F932-17EFED1AC0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151" r="-2" b="20691"/>
          <a:stretch>
            <a:fillRect/>
          </a:stretch>
        </p:blipFill>
        <p:spPr bwMode="auto">
          <a:xfrm>
            <a:off x="0" y="0"/>
            <a:ext cx="12192000" cy="6857999"/>
          </a:xfrm>
          <a:custGeom>
            <a:avLst/>
            <a:gdLst/>
            <a:ahLst/>
            <a:cxnLst/>
            <a:rect l="l" t="t" r="r" b="b"/>
            <a:pathLst>
              <a:path w="8500451" h="5783926">
                <a:moveTo>
                  <a:pt x="4814568" y="604"/>
                </a:moveTo>
                <a:cubicBezTo>
                  <a:pt x="5041344" y="3294"/>
                  <a:pt x="5267019" y="14348"/>
                  <a:pt x="5493575" y="21000"/>
                </a:cubicBezTo>
                <a:cubicBezTo>
                  <a:pt x="5987120" y="36130"/>
                  <a:pt x="6483273" y="35607"/>
                  <a:pt x="6977859" y="46564"/>
                </a:cubicBezTo>
                <a:cubicBezTo>
                  <a:pt x="7286195" y="53346"/>
                  <a:pt x="7590877" y="77867"/>
                  <a:pt x="7880953" y="154038"/>
                </a:cubicBezTo>
                <a:cubicBezTo>
                  <a:pt x="7921646" y="164993"/>
                  <a:pt x="7967557" y="167081"/>
                  <a:pt x="7998861" y="193166"/>
                </a:cubicBezTo>
                <a:cubicBezTo>
                  <a:pt x="8033815" y="222382"/>
                  <a:pt x="8019729" y="265163"/>
                  <a:pt x="7968600" y="273511"/>
                </a:cubicBezTo>
                <a:cubicBezTo>
                  <a:pt x="7903386" y="284466"/>
                  <a:pt x="7836607" y="287597"/>
                  <a:pt x="7764609" y="294901"/>
                </a:cubicBezTo>
                <a:cubicBezTo>
                  <a:pt x="7792260" y="335073"/>
                  <a:pt x="7859040" y="304814"/>
                  <a:pt x="7876257" y="354899"/>
                </a:cubicBezTo>
                <a:cubicBezTo>
                  <a:pt x="7799043" y="389332"/>
                  <a:pt x="7705656" y="366898"/>
                  <a:pt x="7631049" y="400810"/>
                </a:cubicBezTo>
                <a:cubicBezTo>
                  <a:pt x="7633137" y="424287"/>
                  <a:pt x="7649831" y="426374"/>
                  <a:pt x="7663396" y="432635"/>
                </a:cubicBezTo>
                <a:cubicBezTo>
                  <a:pt x="7676961" y="438373"/>
                  <a:pt x="7710871" y="430026"/>
                  <a:pt x="7696264" y="462894"/>
                </a:cubicBezTo>
                <a:cubicBezTo>
                  <a:pt x="7541315" y="482719"/>
                  <a:pt x="7393147" y="550021"/>
                  <a:pt x="7229849" y="540630"/>
                </a:cubicBezTo>
                <a:cubicBezTo>
                  <a:pt x="7431755" y="558890"/>
                  <a:pt x="7602355" y="633496"/>
                  <a:pt x="7780782" y="683059"/>
                </a:cubicBezTo>
                <a:cubicBezTo>
                  <a:pt x="7773479" y="741491"/>
                  <a:pt x="7701483" y="718014"/>
                  <a:pt x="7680613" y="759751"/>
                </a:cubicBezTo>
                <a:cubicBezTo>
                  <a:pt x="7794869" y="788967"/>
                  <a:pt x="7904429" y="823401"/>
                  <a:pt x="7998861" y="880789"/>
                </a:cubicBezTo>
                <a:cubicBezTo>
                  <a:pt x="8083901" y="932439"/>
                  <a:pt x="8164765" y="989306"/>
                  <a:pt x="8257111" y="1031566"/>
                </a:cubicBezTo>
                <a:cubicBezTo>
                  <a:pt x="8354150" y="1075912"/>
                  <a:pt x="8413103" y="1132779"/>
                  <a:pt x="8402148" y="1229819"/>
                </a:cubicBezTo>
                <a:cubicBezTo>
                  <a:pt x="8397452" y="1269468"/>
                  <a:pt x="8409973" y="1302859"/>
                  <a:pt x="8453275" y="1318510"/>
                </a:cubicBezTo>
                <a:cubicBezTo>
                  <a:pt x="8507013" y="1337814"/>
                  <a:pt x="8501275" y="1367029"/>
                  <a:pt x="8499187" y="1411897"/>
                </a:cubicBezTo>
                <a:cubicBezTo>
                  <a:pt x="8496056" y="1465634"/>
                  <a:pt x="8468406" y="1486504"/>
                  <a:pt x="8419885" y="1504764"/>
                </a:cubicBezTo>
                <a:cubicBezTo>
                  <a:pt x="8350497" y="1530327"/>
                  <a:pt x="8349975" y="1569978"/>
                  <a:pt x="8368237" y="1617454"/>
                </a:cubicBezTo>
                <a:cubicBezTo>
                  <a:pt x="8378149" y="1643540"/>
                  <a:pt x="8393278" y="1664409"/>
                  <a:pt x="8415713" y="1683712"/>
                </a:cubicBezTo>
                <a:cubicBezTo>
                  <a:pt x="8493448" y="1751014"/>
                  <a:pt x="8492927" y="1752056"/>
                  <a:pt x="8416755" y="1831880"/>
                </a:cubicBezTo>
                <a:cubicBezTo>
                  <a:pt x="8396408" y="1853269"/>
                  <a:pt x="8374496" y="1867356"/>
                  <a:pt x="8383888" y="1901790"/>
                </a:cubicBezTo>
                <a:cubicBezTo>
                  <a:pt x="8415713" y="2016046"/>
                  <a:pt x="8411538" y="2016046"/>
                  <a:pt x="8283717" y="2053609"/>
                </a:cubicBezTo>
                <a:cubicBezTo>
                  <a:pt x="8254501" y="2062479"/>
                  <a:pt x="8215373" y="2054653"/>
                  <a:pt x="8198678" y="2087521"/>
                </a:cubicBezTo>
                <a:cubicBezTo>
                  <a:pt x="8209113" y="2111521"/>
                  <a:pt x="8184591" y="2690625"/>
                  <a:pt x="8207547" y="2700017"/>
                </a:cubicBezTo>
                <a:cubicBezTo>
                  <a:pt x="8387017" y="2773578"/>
                  <a:pt x="8409451" y="2860184"/>
                  <a:pt x="8269632" y="2996352"/>
                </a:cubicBezTo>
                <a:cubicBezTo>
                  <a:pt x="8175722" y="3087653"/>
                  <a:pt x="8186677" y="3236864"/>
                  <a:pt x="8225807" y="3330251"/>
                </a:cubicBezTo>
                <a:cubicBezTo>
                  <a:pt x="8373452" y="3371467"/>
                  <a:pt x="8341107" y="3481027"/>
                  <a:pt x="8370845" y="3577023"/>
                </a:cubicBezTo>
                <a:cubicBezTo>
                  <a:pt x="8392757" y="3649020"/>
                  <a:pt x="8306673" y="3639107"/>
                  <a:pt x="8310847" y="3671976"/>
                </a:cubicBezTo>
                <a:cubicBezTo>
                  <a:pt x="8365105" y="3711626"/>
                  <a:pt x="8437624" y="3724148"/>
                  <a:pt x="8479884" y="3778406"/>
                </a:cubicBezTo>
                <a:cubicBezTo>
                  <a:pt x="8403713" y="3818056"/>
                  <a:pt x="8365105" y="3873880"/>
                  <a:pt x="8322845" y="3929703"/>
                </a:cubicBezTo>
                <a:cubicBezTo>
                  <a:pt x="8254501" y="4020482"/>
                  <a:pt x="8161635" y="4097174"/>
                  <a:pt x="8063031" y="4166563"/>
                </a:cubicBezTo>
                <a:cubicBezTo>
                  <a:pt x="8012947" y="4649674"/>
                  <a:pt x="7851215" y="5156783"/>
                  <a:pt x="7833475" y="5181825"/>
                </a:cubicBezTo>
                <a:cubicBezTo>
                  <a:pt x="7760436" y="5174520"/>
                  <a:pt x="7618528" y="5466682"/>
                  <a:pt x="7495403" y="5493812"/>
                </a:cubicBezTo>
                <a:cubicBezTo>
                  <a:pt x="7366017" y="5523550"/>
                  <a:pt x="5441925" y="5797973"/>
                  <a:pt x="5148199" y="5783364"/>
                </a:cubicBezTo>
                <a:cubicBezTo>
                  <a:pt x="3551743" y="5705628"/>
                  <a:pt x="3505310" y="5598155"/>
                  <a:pt x="3505310" y="5598155"/>
                </a:cubicBezTo>
                <a:cubicBezTo>
                  <a:pt x="3505310" y="5598155"/>
                  <a:pt x="3596089" y="5571548"/>
                  <a:pt x="3675390" y="5541287"/>
                </a:cubicBezTo>
                <a:cubicBezTo>
                  <a:pt x="3627392" y="5542853"/>
                  <a:pt x="3579395" y="5543896"/>
                  <a:pt x="3531919" y="5542331"/>
                </a:cubicBezTo>
                <a:cubicBezTo>
                  <a:pt x="3164108" y="5531375"/>
                  <a:pt x="3500093" y="5511028"/>
                  <a:pt x="3138022" y="5469291"/>
                </a:cubicBezTo>
                <a:cubicBezTo>
                  <a:pt x="2527092" y="5398860"/>
                  <a:pt x="2618913" y="5380598"/>
                  <a:pt x="2058068" y="5181825"/>
                </a:cubicBezTo>
                <a:cubicBezTo>
                  <a:pt x="2008504" y="5164086"/>
                  <a:pt x="1660519" y="5056613"/>
                  <a:pt x="1447659" y="5044613"/>
                </a:cubicBezTo>
                <a:cubicBezTo>
                  <a:pt x="1391313" y="5041483"/>
                  <a:pt x="1329751" y="5042527"/>
                  <a:pt x="1281230" y="4977311"/>
                </a:cubicBezTo>
                <a:cubicBezTo>
                  <a:pt x="1429920" y="4979399"/>
                  <a:pt x="1557741" y="4979399"/>
                  <a:pt x="1696518" y="4945487"/>
                </a:cubicBezTo>
                <a:cubicBezTo>
                  <a:pt x="1622434" y="4898532"/>
                  <a:pt x="1537394" y="4938705"/>
                  <a:pt x="1478440" y="4905836"/>
                </a:cubicBezTo>
                <a:cubicBezTo>
                  <a:pt x="1423138" y="4875577"/>
                  <a:pt x="1375140" y="4871404"/>
                  <a:pt x="1318795" y="4919401"/>
                </a:cubicBezTo>
                <a:cubicBezTo>
                  <a:pt x="1289578" y="4944443"/>
                  <a:pt x="1237928" y="4939747"/>
                  <a:pt x="1208190" y="4925140"/>
                </a:cubicBezTo>
                <a:cubicBezTo>
                  <a:pt x="1049066" y="4846360"/>
                  <a:pt x="1052718" y="4847404"/>
                  <a:pt x="875857" y="4867751"/>
                </a:cubicBezTo>
                <a:cubicBezTo>
                  <a:pt x="763166" y="4880272"/>
                  <a:pt x="648388" y="4902706"/>
                  <a:pt x="545088" y="4889141"/>
                </a:cubicBezTo>
                <a:cubicBezTo>
                  <a:pt x="532045" y="4859403"/>
                  <a:pt x="543522" y="4845839"/>
                  <a:pt x="558131" y="4841666"/>
                </a:cubicBezTo>
                <a:cubicBezTo>
                  <a:pt x="796034" y="4776973"/>
                  <a:pt x="840379" y="4702889"/>
                  <a:pt x="1081413" y="4662717"/>
                </a:cubicBezTo>
                <a:cubicBezTo>
                  <a:pt x="1099151" y="4617327"/>
                  <a:pt x="1011503" y="4609500"/>
                  <a:pt x="1052718" y="4564633"/>
                </a:cubicBezTo>
                <a:cubicBezTo>
                  <a:pt x="1127846" y="4529678"/>
                  <a:pt x="1216016" y="4570894"/>
                  <a:pt x="1290622" y="4525505"/>
                </a:cubicBezTo>
                <a:cubicBezTo>
                  <a:pt x="1277579" y="4493158"/>
                  <a:pt x="1214972" y="4516636"/>
                  <a:pt x="1217581" y="4482202"/>
                </a:cubicBezTo>
                <a:cubicBezTo>
                  <a:pt x="1220712" y="4442552"/>
                  <a:pt x="1264536" y="4448813"/>
                  <a:pt x="1294796" y="4451421"/>
                </a:cubicBezTo>
                <a:cubicBezTo>
                  <a:pt x="1441398" y="4464985"/>
                  <a:pt x="1568696" y="4390902"/>
                  <a:pt x="1709040" y="4365860"/>
                </a:cubicBezTo>
                <a:cubicBezTo>
                  <a:pt x="1559306" y="4303253"/>
                  <a:pt x="686474" y="4353338"/>
                  <a:pt x="530479" y="4334034"/>
                </a:cubicBezTo>
                <a:cubicBezTo>
                  <a:pt x="367182" y="4314210"/>
                  <a:pt x="107367" y="4261516"/>
                  <a:pt x="174146" y="4244821"/>
                </a:cubicBezTo>
                <a:cubicBezTo>
                  <a:pt x="249796" y="4225518"/>
                  <a:pt x="519524" y="3996484"/>
                  <a:pt x="596216" y="3986050"/>
                </a:cubicBezTo>
                <a:cubicBezTo>
                  <a:pt x="685430" y="3974050"/>
                  <a:pt x="703169" y="3957876"/>
                  <a:pt x="820554" y="3875967"/>
                </a:cubicBezTo>
                <a:cubicBezTo>
                  <a:pt x="897769" y="3822230"/>
                  <a:pt x="576391" y="3939094"/>
                  <a:pt x="451179" y="3901009"/>
                </a:cubicBezTo>
                <a:cubicBezTo>
                  <a:pt x="405268" y="3886923"/>
                  <a:pt x="729255" y="3738233"/>
                  <a:pt x="729255" y="3711105"/>
                </a:cubicBezTo>
                <a:cubicBezTo>
                  <a:pt x="729255" y="3682409"/>
                  <a:pt x="700038" y="3676150"/>
                  <a:pt x="672387" y="3676150"/>
                </a:cubicBezTo>
                <a:cubicBezTo>
                  <a:pt x="610824" y="3676150"/>
                  <a:pt x="629606" y="3651106"/>
                  <a:pt x="568043" y="3652673"/>
                </a:cubicBezTo>
                <a:cubicBezTo>
                  <a:pt x="748558" y="3580154"/>
                  <a:pt x="860205" y="3599458"/>
                  <a:pt x="1038632" y="3533198"/>
                </a:cubicBezTo>
                <a:cubicBezTo>
                  <a:pt x="1125760" y="3500852"/>
                  <a:pt x="817425" y="3393378"/>
                  <a:pt x="907160" y="3365206"/>
                </a:cubicBezTo>
                <a:cubicBezTo>
                  <a:pt x="941071" y="3354249"/>
                  <a:pt x="986461" y="3365727"/>
                  <a:pt x="1009938" y="3327120"/>
                </a:cubicBezTo>
                <a:cubicBezTo>
                  <a:pt x="972897" y="3296340"/>
                  <a:pt x="923855" y="3309904"/>
                  <a:pt x="886812" y="3322425"/>
                </a:cubicBezTo>
                <a:cubicBezTo>
                  <a:pt x="792381" y="3354772"/>
                  <a:pt x="799165" y="3346946"/>
                  <a:pt x="789773" y="3322947"/>
                </a:cubicBezTo>
                <a:cubicBezTo>
                  <a:pt x="758993" y="3241037"/>
                  <a:pt x="682822" y="3267123"/>
                  <a:pt x="615520" y="3280688"/>
                </a:cubicBezTo>
                <a:cubicBezTo>
                  <a:pt x="412050" y="3321382"/>
                  <a:pt x="205972" y="3309904"/>
                  <a:pt x="3023" y="3351641"/>
                </a:cubicBezTo>
                <a:cubicBezTo>
                  <a:pt x="-18888" y="3356337"/>
                  <a:pt x="83890" y="3262949"/>
                  <a:pt x="132409" y="3251993"/>
                </a:cubicBezTo>
                <a:cubicBezTo>
                  <a:pt x="185103" y="3240516"/>
                  <a:pt x="249796" y="3248863"/>
                  <a:pt x="287360" y="3195127"/>
                </a:cubicBezTo>
                <a:cubicBezTo>
                  <a:pt x="220579" y="3181561"/>
                  <a:pt x="144410" y="3207647"/>
                  <a:pt x="78150" y="3164866"/>
                </a:cubicBezTo>
                <a:cubicBezTo>
                  <a:pt x="225276" y="3105913"/>
                  <a:pt x="371878" y="3107999"/>
                  <a:pt x="498655" y="3069914"/>
                </a:cubicBezTo>
                <a:cubicBezTo>
                  <a:pt x="510133" y="2999483"/>
                  <a:pt x="426658" y="3025046"/>
                  <a:pt x="396399" y="2984874"/>
                </a:cubicBezTo>
                <a:cubicBezTo>
                  <a:pt x="1351140" y="2916007"/>
                  <a:pt x="817946" y="2712537"/>
                  <a:pt x="658822" y="2601411"/>
                </a:cubicBezTo>
                <a:cubicBezTo>
                  <a:pt x="605607" y="2564370"/>
                  <a:pt x="1164888" y="2388551"/>
                  <a:pt x="1183148" y="2383856"/>
                </a:cubicBezTo>
                <a:cubicBezTo>
                  <a:pt x="1229581" y="2372900"/>
                  <a:pt x="1413747" y="2380725"/>
                  <a:pt x="1451311" y="2366639"/>
                </a:cubicBezTo>
                <a:cubicBezTo>
                  <a:pt x="1499309" y="2348901"/>
                  <a:pt x="1340706" y="2318120"/>
                  <a:pt x="1376184" y="2296729"/>
                </a:cubicBezTo>
                <a:cubicBezTo>
                  <a:pt x="1625043" y="2145953"/>
                  <a:pt x="1642780" y="1919006"/>
                  <a:pt x="1572870" y="1902834"/>
                </a:cubicBezTo>
                <a:cubicBezTo>
                  <a:pt x="1500353" y="1886138"/>
                  <a:pt x="1429399" y="1899181"/>
                  <a:pt x="1362097" y="1926311"/>
                </a:cubicBezTo>
                <a:cubicBezTo>
                  <a:pt x="1252536" y="1970656"/>
                  <a:pt x="493960" y="1907528"/>
                  <a:pt x="281620" y="1943006"/>
                </a:cubicBezTo>
                <a:cubicBezTo>
                  <a:pt x="249274" y="1948223"/>
                  <a:pt x="205451" y="1971700"/>
                  <a:pt x="174669" y="1927876"/>
                </a:cubicBezTo>
                <a:cubicBezTo>
                  <a:pt x="393269" y="1785969"/>
                  <a:pt x="673952" y="1826663"/>
                  <a:pt x="918115" y="1730145"/>
                </a:cubicBezTo>
                <a:cubicBezTo>
                  <a:pt x="822119" y="1663886"/>
                  <a:pt x="724558" y="1667017"/>
                  <a:pt x="624389" y="1676929"/>
                </a:cubicBezTo>
                <a:cubicBezTo>
                  <a:pt x="598304" y="1679538"/>
                  <a:pt x="562826" y="1683190"/>
                  <a:pt x="556565" y="1655539"/>
                </a:cubicBezTo>
                <a:cubicBezTo>
                  <a:pt x="548739" y="1620584"/>
                  <a:pt x="590999" y="1614323"/>
                  <a:pt x="618650" y="1600237"/>
                </a:cubicBezTo>
                <a:cubicBezTo>
                  <a:pt x="660909" y="1578325"/>
                  <a:pt x="723515" y="1604410"/>
                  <a:pt x="775165" y="1544413"/>
                </a:cubicBezTo>
                <a:cubicBezTo>
                  <a:pt x="618650" y="1558500"/>
                  <a:pt x="486656" y="1583021"/>
                  <a:pt x="348401" y="1624758"/>
                </a:cubicBezTo>
                <a:cubicBezTo>
                  <a:pt x="360400" y="1587717"/>
                  <a:pt x="402137" y="1570499"/>
                  <a:pt x="378660" y="1539719"/>
                </a:cubicBezTo>
                <a:cubicBezTo>
                  <a:pt x="360922" y="1516763"/>
                  <a:pt x="310316" y="1505806"/>
                  <a:pt x="336402" y="1463025"/>
                </a:cubicBezTo>
                <a:cubicBezTo>
                  <a:pt x="409963" y="1417636"/>
                  <a:pt x="514307" y="1429636"/>
                  <a:pt x="576913" y="1364421"/>
                </a:cubicBezTo>
                <a:cubicBezTo>
                  <a:pt x="665605" y="1271556"/>
                  <a:pt x="803338" y="1239731"/>
                  <a:pt x="911856" y="1171908"/>
                </a:cubicBezTo>
                <a:cubicBezTo>
                  <a:pt x="947853" y="1149995"/>
                  <a:pt x="1184192" y="1073303"/>
                  <a:pt x="1247841" y="1048782"/>
                </a:cubicBezTo>
                <a:cubicBezTo>
                  <a:pt x="1336532" y="1014349"/>
                  <a:pt x="1437746" y="1002349"/>
                  <a:pt x="1524872" y="939221"/>
                </a:cubicBezTo>
                <a:cubicBezTo>
                  <a:pt x="1439310" y="926178"/>
                  <a:pt x="1369923" y="985133"/>
                  <a:pt x="1267145" y="956439"/>
                </a:cubicBezTo>
                <a:cubicBezTo>
                  <a:pt x="1429920" y="895398"/>
                  <a:pt x="1579131" y="867746"/>
                  <a:pt x="1697039" y="783749"/>
                </a:cubicBezTo>
                <a:cubicBezTo>
                  <a:pt x="1711648" y="773315"/>
                  <a:pt x="1740342" y="776446"/>
                  <a:pt x="1762255" y="772794"/>
                </a:cubicBezTo>
                <a:cubicBezTo>
                  <a:pt x="1992852" y="735752"/>
                  <a:pt x="2224495" y="704449"/>
                  <a:pt x="2452486" y="650712"/>
                </a:cubicBezTo>
                <a:cubicBezTo>
                  <a:pt x="2504136" y="638191"/>
                  <a:pt x="2595436" y="635061"/>
                  <a:pt x="2586045" y="590193"/>
                </a:cubicBezTo>
                <a:cubicBezTo>
                  <a:pt x="2571959" y="522891"/>
                  <a:pt x="2486919" y="570889"/>
                  <a:pt x="2432138" y="577150"/>
                </a:cubicBezTo>
                <a:cubicBezTo>
                  <a:pt x="2262059" y="597497"/>
                  <a:pt x="2091979" y="632974"/>
                  <a:pt x="1919291" y="613149"/>
                </a:cubicBezTo>
                <a:cubicBezTo>
                  <a:pt x="2035633" y="588107"/>
                  <a:pt x="2151455" y="562542"/>
                  <a:pt x="2267799" y="537499"/>
                </a:cubicBezTo>
                <a:cubicBezTo>
                  <a:pt x="2134238" y="546368"/>
                  <a:pt x="2017896" y="487936"/>
                  <a:pt x="1887988" y="514022"/>
                </a:cubicBezTo>
                <a:cubicBezTo>
                  <a:pt x="1846250" y="522370"/>
                  <a:pt x="1802427" y="495762"/>
                  <a:pt x="1798252" y="454546"/>
                </a:cubicBezTo>
                <a:cubicBezTo>
                  <a:pt x="1793557" y="421678"/>
                  <a:pt x="1832686" y="407071"/>
                  <a:pt x="1862424" y="396636"/>
                </a:cubicBezTo>
                <a:cubicBezTo>
                  <a:pt x="1938595" y="370028"/>
                  <a:pt x="1999113" y="291250"/>
                  <a:pt x="2096675" y="332987"/>
                </a:cubicBezTo>
                <a:cubicBezTo>
                  <a:pt x="2158237" y="267250"/>
                  <a:pt x="2256320" y="256816"/>
                  <a:pt x="2335621" y="239600"/>
                </a:cubicBezTo>
                <a:cubicBezTo>
                  <a:pt x="2588654" y="185341"/>
                  <a:pt x="2845338" y="143081"/>
                  <a:pt x="3102023" y="107082"/>
                </a:cubicBezTo>
                <a:cubicBezTo>
                  <a:pt x="3270538" y="83605"/>
                  <a:pt x="3444270" y="93518"/>
                  <a:pt x="3611219" y="63780"/>
                </a:cubicBezTo>
                <a:cubicBezTo>
                  <a:pt x="3937814" y="5869"/>
                  <a:pt x="4262322" y="7436"/>
                  <a:pt x="4587352" y="1175"/>
                </a:cubicBezTo>
                <a:cubicBezTo>
                  <a:pt x="4663262" y="-260"/>
                  <a:pt x="4738976" y="-293"/>
                  <a:pt x="4814568" y="604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Tải Logo Trường Đại Học Văn Lang Miễn Phí File AI, SVG, PNG, EPS">
            <a:extLst>
              <a:ext uri="{FF2B5EF4-FFF2-40B4-BE49-F238E27FC236}">
                <a16:creationId xmlns:a16="http://schemas.microsoft.com/office/drawing/2014/main" id="{8FE2378A-252B-DEBB-C858-4E43F26FFD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2306" y="133176"/>
            <a:ext cx="989992" cy="1131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986940D-4D3C-43D7-278E-A1216BEC1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05D83-4CC4-40E5-ABBE-915EF2813888}" type="slidenum">
              <a:rPr lang="en-US" smtClean="0"/>
              <a:t>18</a:t>
            </a:fld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6612671-B6BE-5B06-5DB5-E865295213ED}"/>
              </a:ext>
            </a:extLst>
          </p:cNvPr>
          <p:cNvSpPr/>
          <p:nvPr/>
        </p:nvSpPr>
        <p:spPr>
          <a:xfrm>
            <a:off x="-3048" y="-1"/>
            <a:ext cx="5365623" cy="914400"/>
          </a:xfrm>
          <a:prstGeom prst="rect">
            <a:avLst/>
          </a:prstGeom>
          <a:solidFill>
            <a:srgbClr val="D720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457200" tIns="0" rIns="0" bIns="0" rtlCol="0" anchor="ctr" anchorCtr="0"/>
          <a:lstStyle/>
          <a:p>
            <a:r>
              <a:rPr 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VI. Conclusion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4320FA96-3498-1619-16B1-01F2E74CDF5A}"/>
              </a:ext>
            </a:extLst>
          </p:cNvPr>
          <p:cNvSpPr/>
          <p:nvPr/>
        </p:nvSpPr>
        <p:spPr>
          <a:xfrm>
            <a:off x="4810125" y="-2"/>
            <a:ext cx="1104900" cy="914399"/>
          </a:xfrm>
          <a:prstGeom prst="ellipse">
            <a:avLst/>
          </a:prstGeom>
          <a:solidFill>
            <a:srgbClr val="D720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2C2F9C-8C76-5328-3FAF-37E1EEDE92DD}"/>
              </a:ext>
            </a:extLst>
          </p:cNvPr>
          <p:cNvSpPr txBox="1"/>
          <p:nvPr/>
        </p:nvSpPr>
        <p:spPr>
          <a:xfrm>
            <a:off x="1100138" y="1497112"/>
            <a:ext cx="9358312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Ignis Guard addresses a real gap in firefighting training.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project combines educational goals with a practical and reusable software architecture.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two-scenario design demonstrates both MVP feasibility and architectural scalability.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final goal is not only a playable game, but a meaningful training tool for structured decision-making and reflection.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BE1C03D-EF40-D9AB-E940-559228687B71}"/>
              </a:ext>
            </a:extLst>
          </p:cNvPr>
          <p:cNvSpPr/>
          <p:nvPr/>
        </p:nvSpPr>
        <p:spPr>
          <a:xfrm>
            <a:off x="-3048" y="977156"/>
            <a:ext cx="4594098" cy="457198"/>
          </a:xfrm>
          <a:prstGeom prst="rect">
            <a:avLst/>
          </a:prstGeom>
          <a:solidFill>
            <a:srgbClr val="D720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457200" tIns="0" rIns="0" bIns="0" rtlCol="0" anchor="ctr" anchorCtr="0"/>
          <a:lstStyle/>
          <a:p>
            <a:endParaRPr lang="en-US" sz="20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4209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323</TotalTime>
  <Words>755</Words>
  <Application>Microsoft Office PowerPoint</Application>
  <PresentationFormat>Widescreen</PresentationFormat>
  <Paragraphs>139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7" baseType="lpstr">
      <vt:lpstr>Aptos</vt:lpstr>
      <vt:lpstr>Aptos Display</vt:lpstr>
      <vt:lpstr>Arial</vt:lpstr>
      <vt:lpstr>Calibri</vt:lpstr>
      <vt:lpstr>DM Sans</vt:lpstr>
      <vt:lpstr>Tahoma</vt:lpstr>
      <vt:lpstr>Urbanist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2274801030046 - BÙI LÊ ĐỨC HIẾU - 71K28KTPM02</dc:creator>
  <cp:lastModifiedBy>2274801030046 - BÙI LÊ ĐỨC HIẾU - 71K28KTPM02</cp:lastModifiedBy>
  <cp:revision>8</cp:revision>
  <dcterms:created xsi:type="dcterms:W3CDTF">2026-03-11T09:17:01Z</dcterms:created>
  <dcterms:modified xsi:type="dcterms:W3CDTF">2026-03-12T00:34:42Z</dcterms:modified>
</cp:coreProperties>
</file>